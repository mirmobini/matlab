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25" r:id="rId3"/>
    <p:sldId id="267" r:id="rId4"/>
    <p:sldId id="294" r:id="rId5"/>
    <p:sldId id="337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6. Text and Files" id="{4D749F1E-9D3F-4563-8486-AAB42114872B}">
          <p14:sldIdLst>
            <p14:sldId id="325"/>
            <p14:sldId id="267"/>
            <p14:sldId id="294"/>
            <p14:sldId id="337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A093-8FB6-9D35-78AE-7529134E8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BF2EC-93D6-C5AA-FE3A-8F519785D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4301D-B928-D89A-6398-98B65269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951AC-7A1E-7FF5-EF96-67BC8A97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7A9E9-4BEF-6A9D-A72B-9484D55F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1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5599-77F5-A583-DCD3-53C7433A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4B33-45E5-FB2C-E0AE-6F6C325C2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2B02C-D451-1ED6-1423-F3EFF093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AF58-E29D-3459-5A6D-DEFF1A10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1FEDC-08BA-A4D8-6A02-F68985A9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5875-5A95-1C5D-6113-4853DAE8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7D1E-EC71-34A5-C287-AE5EFC3A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6F260-CE64-445F-FF11-0BC195ED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65F3-5F87-1F6E-D3C6-CF0A38BB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00774-4C4E-E05A-01C8-0E7A426B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6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11EF-6D9D-DAF5-C51A-F49D8D25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B9226-7C1D-8A85-7224-0CDE769BB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6392B-9E47-A2AE-0C1C-E19A8A2B5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B612F-4063-1D9C-3683-0E44E633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E7D90-C050-0921-6B9E-80C643DF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FFB16-DC43-7992-D6EF-A4846A47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5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63A3-5B77-5B58-86FF-07229B8E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4DC77-4D17-D9A0-ED2F-C8EE466D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10AF3-AD21-2A1D-BC63-497C53835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826A6-172B-D176-73EA-D924260FA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45343-A5BD-9E88-70BF-C873371EF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32387-1437-4884-C3BF-B5727DF8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8838F-2B31-A2A4-EB67-CE72E4A6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EE658-2DA9-5BEA-62D5-9DDFBFC5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8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B3AC-C091-5AFD-708E-D4E4C147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79D8E-E03A-B0FC-CC32-0C2F72FE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95820-61F4-B812-AEF8-52D5C9AA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E4B3F-BE95-D5A9-DA30-C2185980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5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60A4-080D-8BC4-BACD-A2E87BA3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1EED6-2718-80A1-6533-EF383497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FADB5-76EC-241A-9590-8A966E33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9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57FB-4B9A-0DF4-7A42-097A7CD3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EB74-2456-5F52-6B1A-DECEAF86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35BB3-7C10-072B-0839-0FAA773C4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5F151-A4D0-265B-FF5E-CAF80079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7D0CA-B5FA-C95F-D4D2-D8CA6F13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C4CA9-ACC5-FA2E-3C2A-7B7EBFFF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3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395F-0EE3-A716-2527-86E7B4FB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CEE1E-DC15-D261-53ED-B95878C2A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19747-478F-1540-2130-8F80B8492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3F773-6453-E43D-8249-9E52D81D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1FAA3-11C6-8CFA-2FAC-0CEAB496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622B-9E95-D4FF-F897-FF342241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4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AE77-6ECA-5B46-25D3-57F1DF09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F790A-F7B9-DFF5-8206-57C3E9CCE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A25E-731B-8F29-8781-ADA7F575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337A8-5BDE-56C4-9D28-BD445836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7BD04-FB34-0DAF-5E3E-9E83D22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9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D3A6-5BBC-275A-DBC9-8CBE1B0A6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25DEE-FA0D-E826-11BF-E2DC0C6E5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E1687-6017-1563-05DD-D0801438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93A73-A0F5-4D04-11EB-FF154BAB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92F32-9419-4566-16F1-F0FFC0C8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6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77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05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03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51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5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21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04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55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4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EF6C9-85A6-F033-303E-348E4686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46AAF-CF00-F77E-6A2C-12C4FE834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18B9-5E8D-6A75-B472-CDFB68C0A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5AE76-F899-4609-937C-AE40723F62E0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0B7B8-05F1-006B-2550-358819A15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36630-06CB-9ED2-1E96-C56C16AAE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EFB9D-161F-4D97-A52E-E533E8D9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0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7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3A3EBA-40C3-3A63-4C9C-41EE7C70C3A9}"/>
              </a:ext>
            </a:extLst>
          </p:cNvPr>
          <p:cNvSpPr txBox="1"/>
          <p:nvPr/>
        </p:nvSpPr>
        <p:spPr>
          <a:xfrm>
            <a:off x="539085" y="2569619"/>
            <a:ext cx="11113830" cy="1200329"/>
          </a:xfrm>
          <a:prstGeom prst="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6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Text and Files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1C27C4-50ED-0957-DAA8-82425D7F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31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8F9B0F-B89A-88AA-CFDC-79123C3A7B73}"/>
              </a:ext>
            </a:extLst>
          </p:cNvPr>
          <p:cNvSpPr txBox="1"/>
          <p:nvPr/>
        </p:nvSpPr>
        <p:spPr>
          <a:xfrm>
            <a:off x="2203728" y="1682890"/>
            <a:ext cx="2544442" cy="37271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Text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Files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Publish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A3EBA-40C3-3A63-4C9C-41EE7C70C3A9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FF876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6. Text and Files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1C27C4-50ED-0957-DAA8-82425D7F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0CC9F6-551C-1B33-5417-1973B4BC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F876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Text, Files, and I/O</a:t>
            </a:r>
          </a:p>
        </p:txBody>
      </p:sp>
    </p:spTree>
    <p:extLst>
      <p:ext uri="{BB962C8B-B14F-4D97-AF65-F5344CB8AC3E}">
        <p14:creationId xmlns:p14="http://schemas.microsoft.com/office/powerpoint/2010/main" val="27005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D00F-04A9-A8D3-B747-45969729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57F9-DC6D-7A6E-BDAB-A49B13E5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391" y="1592528"/>
            <a:ext cx="6238071" cy="439650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sprintf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disp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upper, lower, reverse, split, join, splitlines, replace, erase, contains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A776D6-D06F-4C3F-A825-F07C6CBF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9DCB4-76AC-6AF5-58D1-1C206580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F876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Text, Files, and I/O</a:t>
            </a:r>
          </a:p>
        </p:txBody>
      </p:sp>
    </p:spTree>
    <p:extLst>
      <p:ext uri="{BB962C8B-B14F-4D97-AF65-F5344CB8AC3E}">
        <p14:creationId xmlns:p14="http://schemas.microsoft.com/office/powerpoint/2010/main" val="345621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4C4B-BD62-365A-CE8F-ACB36534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8FB9-C013-8C7F-C32A-BB48201D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581D2-3F54-91E9-369E-CD1277604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664" y="771864"/>
            <a:ext cx="8729327" cy="5314272"/>
          </a:xfrm>
        </p:spPr>
        <p:txBody>
          <a:bodyPr anchor="ctr">
            <a:normAutofit fontScale="92500" lnSpcReduction="20000"/>
          </a:bodyPr>
          <a:lstStyle/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input,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ginput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save,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saveas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savefig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load,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importdata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cd,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pwd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what, which,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uigetdir,mkdir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rmdir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copyfile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movefile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delete,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uigetfile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Pathes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fopen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fscanf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fprintf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fread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fwrite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fclose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read/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writematrix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xlsread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/write,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csvread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/write,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dlmread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/write)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readvars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readcell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readtable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textscan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A058D2-CCA6-44DE-3403-EE022704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EAFF8-B74D-3679-187D-AD551764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F876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Text, Files, and I/O</a:t>
            </a:r>
          </a:p>
        </p:txBody>
      </p:sp>
    </p:spTree>
    <p:extLst>
      <p:ext uri="{BB962C8B-B14F-4D97-AF65-F5344CB8AC3E}">
        <p14:creationId xmlns:p14="http://schemas.microsoft.com/office/powerpoint/2010/main" val="376787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6E99-D92D-CC8E-D1C4-BFD27E4A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47" y="110767"/>
            <a:ext cx="10515600" cy="549281"/>
          </a:xfrm>
        </p:spPr>
        <p:txBody>
          <a:bodyPr anchor="t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ED03E5-3CCD-144C-18BB-E2997C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48914-7846-0E28-D858-50CF3013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F876E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Text, Files, and I/O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9C2FA-46BE-B11F-88A6-9D80A248FF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911"/>
          <a:stretch/>
        </p:blipFill>
        <p:spPr>
          <a:xfrm>
            <a:off x="380147" y="619677"/>
            <a:ext cx="11431706" cy="573667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CF032B9-F940-DA65-C606-B1E2FBF7646B}"/>
              </a:ext>
            </a:extLst>
          </p:cNvPr>
          <p:cNvSpPr/>
          <p:nvPr/>
        </p:nvSpPr>
        <p:spPr>
          <a:xfrm>
            <a:off x="2681680" y="3590487"/>
            <a:ext cx="144000" cy="144000"/>
          </a:xfrm>
          <a:prstGeom prst="ellipse">
            <a:avLst/>
          </a:prstGeom>
          <a:solidFill>
            <a:srgbClr val="FF876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E71188-970A-726B-BD25-083BE8532719}"/>
              </a:ext>
            </a:extLst>
          </p:cNvPr>
          <p:cNvSpPr/>
          <p:nvPr/>
        </p:nvSpPr>
        <p:spPr>
          <a:xfrm>
            <a:off x="2775357" y="3751276"/>
            <a:ext cx="144000" cy="144000"/>
          </a:xfrm>
          <a:prstGeom prst="ellipse">
            <a:avLst/>
          </a:prstGeom>
          <a:solidFill>
            <a:srgbClr val="FF876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2BC50-0133-68C9-E68F-EE0A0FE7DB66}"/>
              </a:ext>
            </a:extLst>
          </p:cNvPr>
          <p:cNvSpPr/>
          <p:nvPr/>
        </p:nvSpPr>
        <p:spPr>
          <a:xfrm>
            <a:off x="2800524" y="4229449"/>
            <a:ext cx="144000" cy="144000"/>
          </a:xfrm>
          <a:prstGeom prst="ellipse">
            <a:avLst/>
          </a:prstGeom>
          <a:solidFill>
            <a:srgbClr val="FF876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F3F244-CE9B-21BE-592E-88EEB3B0DCC0}"/>
              </a:ext>
            </a:extLst>
          </p:cNvPr>
          <p:cNvSpPr/>
          <p:nvPr/>
        </p:nvSpPr>
        <p:spPr>
          <a:xfrm>
            <a:off x="2800524" y="4381838"/>
            <a:ext cx="144000" cy="144000"/>
          </a:xfrm>
          <a:prstGeom prst="ellipse">
            <a:avLst/>
          </a:prstGeom>
          <a:solidFill>
            <a:srgbClr val="FF876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3E2099-AD93-0D79-DA7F-BDD1FC15D463}"/>
              </a:ext>
            </a:extLst>
          </p:cNvPr>
          <p:cNvSpPr/>
          <p:nvPr/>
        </p:nvSpPr>
        <p:spPr>
          <a:xfrm>
            <a:off x="2800524" y="5325045"/>
            <a:ext cx="144000" cy="144000"/>
          </a:xfrm>
          <a:prstGeom prst="ellipse">
            <a:avLst/>
          </a:prstGeom>
          <a:solidFill>
            <a:srgbClr val="FF876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04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150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1_Office Theme</vt:lpstr>
      <vt:lpstr>PowerPoint Presentation</vt:lpstr>
      <vt:lpstr>PowerPoint Presentation</vt:lpstr>
      <vt:lpstr>Text</vt:lpstr>
      <vt:lpstr>Files</vt:lpstr>
      <vt:lpstr>Publish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soroush mirmobini</cp:lastModifiedBy>
  <cp:revision>4</cp:revision>
  <dcterms:created xsi:type="dcterms:W3CDTF">2024-03-14T08:06:26Z</dcterms:created>
  <dcterms:modified xsi:type="dcterms:W3CDTF">2025-02-13T13:18:35Z</dcterms:modified>
</cp:coreProperties>
</file>