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93" r:id="rId3"/>
    <p:sldId id="394" r:id="rId4"/>
    <p:sldId id="344" r:id="rId5"/>
    <p:sldId id="395" r:id="rId6"/>
    <p:sldId id="345" r:id="rId7"/>
    <p:sldId id="3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7. Functions" id="{E996CED6-AB13-4F58-895A-B687A70D5D47}">
          <p14:sldIdLst>
            <p14:sldId id="393"/>
            <p14:sldId id="394"/>
            <p14:sldId id="344"/>
            <p14:sldId id="395"/>
            <p14:sldId id="345"/>
            <p14:sldId id="396"/>
          </p14:sldIdLst>
        </p14:section>
        <p14:section name="Default Section" id="{1C3F097B-00CF-4715-A07C-C2258B6F23B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ED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E8ADA9-690E-44A6-A518-9DF45681A07F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5DA995-4FF2-49DB-9E94-DA7990C52B73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Number of I/</a:t>
          </a:r>
          <a:r>
            <a:rPr lang="en-US" sz="20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Os</a:t>
          </a:r>
          <a:endParaRPr lang="en-US" sz="2000" dirty="0">
            <a:solidFill>
              <a:schemeClr val="tx1"/>
            </a:solidFill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D9874F04-7B55-4B47-8435-5393464B181D}" type="parTrans" cxnId="{BE19A801-9624-449D-86F6-4E5CD9A9D464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FB19E2E-C89A-439E-A628-2948418948AF}" type="sibTrans" cxnId="{BE19A801-9624-449D-86F6-4E5CD9A9D464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021E8FF-4B93-4809-8359-B8FD543400A0}">
      <dgm:prSet phldrT="[Text]" custT="1"/>
      <dgm:spPr>
        <a:solidFill>
          <a:srgbClr val="B8ED9B"/>
        </a:solidFill>
        <a:ln>
          <a:solidFill>
            <a:srgbClr val="B8ED9B"/>
          </a:solidFill>
        </a:ln>
        <a:effectLst>
          <a:glow rad="101600">
            <a:schemeClr val="accent6">
              <a:satMod val="175000"/>
              <a:alpha val="40000"/>
            </a:schemeClr>
          </a:glow>
          <a:softEdge rad="12700"/>
        </a:effectLst>
      </dgm:spPr>
      <dgm:t>
        <a:bodyPr/>
        <a:lstStyle/>
        <a:p>
          <a:pPr>
            <a:lnSpc>
              <a:spcPct val="100000"/>
            </a:lnSpc>
          </a:pPr>
          <a:r>
            <a:rPr lang="en-US" sz="18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narginchk</a:t>
          </a:r>
          <a:r>
            <a:rPr lang="en-US" sz="18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, </a:t>
          </a:r>
          <a:r>
            <a:rPr lang="en-US" sz="18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nargoutchk</a:t>
          </a:r>
          <a:endParaRPr lang="en-US" sz="1800" dirty="0">
            <a:solidFill>
              <a:schemeClr val="tx1"/>
            </a:solidFill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AA2B501F-46B8-40FE-BA01-9711AB50BBAD}" type="parTrans" cxnId="{5769B7EF-0C40-4A81-8941-F6743CB98EAD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A5874F45-F64A-4354-AB53-960354B858C2}" type="sibTrans" cxnId="{5769B7EF-0C40-4A81-8941-F6743CB98EAD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712F5856-79B2-4ECD-BCF2-BCB0AC98C7D3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Content of I/</a:t>
          </a:r>
          <a:r>
            <a:rPr lang="en-US" sz="20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Os</a:t>
          </a:r>
          <a:endParaRPr lang="en-US" sz="2000" dirty="0">
            <a:solidFill>
              <a:schemeClr val="tx1"/>
            </a:solidFill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DC920775-C05D-486C-97BA-33B9CAE9023C}" type="parTrans" cxnId="{EC85CD96-EBA5-4DF5-8BF5-E59ACA2752B8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28AEBD3E-6693-49D5-A07F-87A2A0A6E0D1}" type="sibTrans" cxnId="{EC85CD96-EBA5-4DF5-8BF5-E59ACA2752B8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3C9F38B7-C067-43CF-B169-9AF9867A3401}">
      <dgm:prSet phldrT="[Text]" custT="1"/>
      <dgm:spPr>
        <a:solidFill>
          <a:srgbClr val="B8ED9B"/>
        </a:solidFill>
        <a:ln>
          <a:solidFill>
            <a:srgbClr val="B8ED9B"/>
          </a:solidFill>
        </a:ln>
        <a:effectLst>
          <a:glow rad="101600">
            <a:schemeClr val="accent6">
              <a:satMod val="175000"/>
              <a:alpha val="40000"/>
            </a:schemeClr>
          </a:glow>
          <a:softEdge rad="12700"/>
        </a:effectLst>
      </dgm:spPr>
      <dgm:t>
        <a:bodyPr/>
        <a:lstStyle/>
        <a:p>
          <a:pPr>
            <a:lnSpc>
              <a:spcPct val="100000"/>
            </a:lnSpc>
          </a:pPr>
          <a:r>
            <a:rPr lang="en-US" sz="18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Variable Size</a:t>
          </a:r>
        </a:p>
      </dgm:t>
    </dgm:pt>
    <dgm:pt modelId="{8940E8E8-80E5-4A9E-BB55-D7151C68558E}" type="parTrans" cxnId="{D8D4F8D2-9A7B-426B-B67A-78C03FF4ED06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C0531E7-6923-4C42-B495-831E15086B6D}" type="sibTrans" cxnId="{D8D4F8D2-9A7B-426B-B67A-78C03FF4ED06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0FDF9BF-189E-4008-8532-AA684023E7DE}">
      <dgm:prSet phldrT="[Text]" custT="1"/>
      <dgm:spPr>
        <a:solidFill>
          <a:srgbClr val="B8ED9B"/>
        </a:solidFill>
        <a:ln>
          <a:solidFill>
            <a:srgbClr val="B8ED9B"/>
          </a:solidFill>
        </a:ln>
        <a:effectLst>
          <a:glow rad="101600">
            <a:schemeClr val="accent6">
              <a:satMod val="175000"/>
              <a:alpha val="40000"/>
            </a:schemeClr>
          </a:glow>
          <a:softEdge rad="12700"/>
        </a:effectLst>
      </dgm:spPr>
      <dgm:t>
        <a:bodyPr/>
        <a:lstStyle/>
        <a:p>
          <a:pPr>
            <a:lnSpc>
              <a:spcPct val="200000"/>
            </a:lnSpc>
          </a:pPr>
          <a:r>
            <a:rPr lang="en-US" sz="18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nargin</a:t>
          </a:r>
          <a:r>
            <a:rPr lang="en-US" sz="18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, </a:t>
          </a:r>
          <a:r>
            <a:rPr lang="en-US" sz="18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nargout</a:t>
          </a:r>
          <a:r>
            <a:rPr lang="en-US" sz="18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, error, return</a:t>
          </a:r>
        </a:p>
      </dgm:t>
    </dgm:pt>
    <dgm:pt modelId="{D997D4B3-9912-4D4F-AE35-70312D355CAA}" type="parTrans" cxnId="{1BBAB8AC-E7DF-4342-9710-DA620F1DACB2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58D1F855-0684-456E-8B3A-5DA6E4D76785}" type="sibTrans" cxnId="{1BBAB8AC-E7DF-4342-9710-DA620F1DACB2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4D08050D-615A-4D2B-B3FA-79954DFD8454}">
      <dgm:prSet phldrT="[Text]" custT="1"/>
      <dgm:spPr>
        <a:solidFill>
          <a:srgbClr val="B8ED9B"/>
        </a:solidFill>
        <a:ln>
          <a:solidFill>
            <a:srgbClr val="B8ED9B"/>
          </a:solidFill>
        </a:ln>
        <a:effectLst>
          <a:glow rad="101600">
            <a:schemeClr val="accent6">
              <a:satMod val="175000"/>
              <a:alpha val="40000"/>
            </a:schemeClr>
          </a:glow>
          <a:softEdge rad="12700"/>
        </a:effectLst>
      </dgm:spPr>
      <dgm:t>
        <a:bodyPr/>
        <a:lstStyle/>
        <a:p>
          <a:pPr>
            <a:lnSpc>
              <a:spcPct val="200000"/>
            </a:lnSpc>
          </a:pPr>
          <a:r>
            <a:rPr lang="en-US" sz="18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varargin</a:t>
          </a:r>
          <a:r>
            <a:rPr lang="en-US" sz="18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, </a:t>
          </a:r>
          <a:r>
            <a:rPr lang="en-US" sz="18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varargout</a:t>
          </a:r>
          <a:endParaRPr lang="en-US" sz="1800" dirty="0">
            <a:solidFill>
              <a:schemeClr val="tx1"/>
            </a:solidFill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7A8FC42B-9145-49AB-AF31-D6D3118BFE2A}" type="parTrans" cxnId="{016A3535-AB2B-45AA-AAAD-C608E9C02DD1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033121B-D5C8-4614-BCE3-D24B29827A59}" type="sibTrans" cxnId="{016A3535-AB2B-45AA-AAAD-C608E9C02DD1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E4325762-B593-46B0-AB9A-68BF4D8A5D7E}">
      <dgm:prSet phldrT="[Text]" custT="1"/>
      <dgm:spPr>
        <a:solidFill>
          <a:srgbClr val="B8ED9B"/>
        </a:solidFill>
        <a:ln>
          <a:solidFill>
            <a:srgbClr val="B8ED9B"/>
          </a:solidFill>
        </a:ln>
        <a:effectLst>
          <a:glow rad="101600">
            <a:schemeClr val="accent6">
              <a:satMod val="175000"/>
              <a:alpha val="40000"/>
            </a:schemeClr>
          </a:glow>
          <a:softEdge rad="12700"/>
        </a:effectLst>
      </dgm:spPr>
      <dgm:t>
        <a:bodyPr/>
        <a:lstStyle/>
        <a:p>
          <a:pPr>
            <a:lnSpc>
              <a:spcPct val="200000"/>
            </a:lnSpc>
          </a:pPr>
          <a:r>
            <a:rPr lang="en-US" sz="18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Data Type</a:t>
          </a:r>
        </a:p>
      </dgm:t>
    </dgm:pt>
    <dgm:pt modelId="{D7C76E72-4D9B-4988-AF10-C439D852B4D8}" type="parTrans" cxnId="{259245CD-8B4B-40A0-9FD9-918D2C423481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65D65C1A-57E9-4D5B-9B95-3F95AE132DF0}" type="sibTrans" cxnId="{259245CD-8B4B-40A0-9FD9-918D2C423481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1407D426-340E-4F03-AD12-92497C2127AB}">
      <dgm:prSet phldrT="[Text]" custT="1"/>
      <dgm:spPr>
        <a:solidFill>
          <a:srgbClr val="B8ED9B"/>
        </a:solidFill>
        <a:ln>
          <a:solidFill>
            <a:srgbClr val="B8ED9B"/>
          </a:solidFill>
        </a:ln>
        <a:effectLst>
          <a:glow rad="101600">
            <a:schemeClr val="accent6">
              <a:satMod val="175000"/>
              <a:alpha val="40000"/>
            </a:schemeClr>
          </a:glow>
          <a:softEdge rad="12700"/>
        </a:effectLst>
      </dgm:spPr>
      <dgm:t>
        <a:bodyPr/>
        <a:lstStyle/>
        <a:p>
          <a:pPr>
            <a:lnSpc>
              <a:spcPct val="200000"/>
            </a:lnSpc>
          </a:pPr>
          <a:r>
            <a:rPr lang="en-US" sz="18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Application</a:t>
          </a:r>
        </a:p>
      </dgm:t>
    </dgm:pt>
    <dgm:pt modelId="{477CA65A-2356-4747-9819-4CED6CE9A50B}" type="parTrans" cxnId="{B3CE40F0-A6D0-4CBD-8624-54B32568FF03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DE3B8219-D269-4B31-AE3E-D5259E88C532}" type="sibTrans" cxnId="{B3CE40F0-A6D0-4CBD-8624-54B32568FF03}">
      <dgm:prSet/>
      <dgm:spPr/>
      <dgm:t>
        <a:bodyPr/>
        <a:lstStyle/>
        <a:p>
          <a:endParaRPr lang="en-US" sz="1050"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5E31DCA2-3741-4F17-80E4-515CBD04CE6F}" type="pres">
      <dgm:prSet presAssocID="{2EE8ADA9-690E-44A6-A518-9DF45681A07F}" presName="Name0" presStyleCnt="0">
        <dgm:presLayoutVars>
          <dgm:dir/>
          <dgm:animLvl val="lvl"/>
          <dgm:resizeHandles val="exact"/>
        </dgm:presLayoutVars>
      </dgm:prSet>
      <dgm:spPr/>
    </dgm:pt>
    <dgm:pt modelId="{BC7C9AF4-F56F-4408-B76B-561C49D36CF5}" type="pres">
      <dgm:prSet presAssocID="{7F5DA995-4FF2-49DB-9E94-DA7990C52B73}" presName="linNode" presStyleCnt="0"/>
      <dgm:spPr/>
    </dgm:pt>
    <dgm:pt modelId="{DF1B80C6-FA04-431D-BD83-3EEF5B730256}" type="pres">
      <dgm:prSet presAssocID="{7F5DA995-4FF2-49DB-9E94-DA7990C52B73}" presName="parTx" presStyleLbl="revTx" presStyleIdx="0" presStyleCnt="2" custScaleX="126794">
        <dgm:presLayoutVars>
          <dgm:chMax val="1"/>
          <dgm:bulletEnabled val="1"/>
        </dgm:presLayoutVars>
      </dgm:prSet>
      <dgm:spPr/>
    </dgm:pt>
    <dgm:pt modelId="{4E88F7D8-BB4A-4340-ACF3-B204820C15D6}" type="pres">
      <dgm:prSet presAssocID="{7F5DA995-4FF2-49DB-9E94-DA7990C52B73}" presName="bracket" presStyleLbl="parChTrans1D1" presStyleIdx="0" presStyleCnt="2"/>
      <dgm:spPr>
        <a:ln>
          <a:solidFill>
            <a:schemeClr val="tx1"/>
          </a:solidFill>
        </a:ln>
      </dgm:spPr>
    </dgm:pt>
    <dgm:pt modelId="{51CC6BAA-C42D-4BDA-9A24-AE6B430F936A}" type="pres">
      <dgm:prSet presAssocID="{7F5DA995-4FF2-49DB-9E94-DA7990C52B73}" presName="spH" presStyleCnt="0"/>
      <dgm:spPr/>
    </dgm:pt>
    <dgm:pt modelId="{81964E8D-2187-413E-809B-DEB764864881}" type="pres">
      <dgm:prSet presAssocID="{7F5DA995-4FF2-49DB-9E94-DA7990C52B73}" presName="desTx" presStyleLbl="node1" presStyleIdx="0" presStyleCnt="2" custScaleX="62508">
        <dgm:presLayoutVars>
          <dgm:bulletEnabled val="1"/>
        </dgm:presLayoutVars>
      </dgm:prSet>
      <dgm:spPr/>
    </dgm:pt>
    <dgm:pt modelId="{55FB7484-A85F-45E6-A73D-77C0E6168F29}" type="pres">
      <dgm:prSet presAssocID="{1FB19E2E-C89A-439E-A628-2948418948AF}" presName="spV" presStyleCnt="0"/>
      <dgm:spPr/>
    </dgm:pt>
    <dgm:pt modelId="{6B6CA2A4-9ACB-4AA4-BE69-99D1ADAA1EA6}" type="pres">
      <dgm:prSet presAssocID="{712F5856-79B2-4ECD-BCF2-BCB0AC98C7D3}" presName="linNode" presStyleCnt="0"/>
      <dgm:spPr/>
    </dgm:pt>
    <dgm:pt modelId="{A0AEC51C-C0A3-4CF1-AABC-47B1D0798F6F}" type="pres">
      <dgm:prSet presAssocID="{712F5856-79B2-4ECD-BCF2-BCB0AC98C7D3}" presName="parTx" presStyleLbl="revTx" presStyleIdx="1" presStyleCnt="2" custScaleX="127922">
        <dgm:presLayoutVars>
          <dgm:chMax val="1"/>
          <dgm:bulletEnabled val="1"/>
        </dgm:presLayoutVars>
      </dgm:prSet>
      <dgm:spPr/>
    </dgm:pt>
    <dgm:pt modelId="{DE7378A4-1D11-45F7-A866-44CAB5705313}" type="pres">
      <dgm:prSet presAssocID="{712F5856-79B2-4ECD-BCF2-BCB0AC98C7D3}" presName="bracket" presStyleLbl="parChTrans1D1" presStyleIdx="1" presStyleCnt="2"/>
      <dgm:spPr>
        <a:ln>
          <a:solidFill>
            <a:schemeClr val="tx1"/>
          </a:solidFill>
        </a:ln>
      </dgm:spPr>
    </dgm:pt>
    <dgm:pt modelId="{AA34C5B8-CE38-48C7-9ADD-A388FF17191A}" type="pres">
      <dgm:prSet presAssocID="{712F5856-79B2-4ECD-BCF2-BCB0AC98C7D3}" presName="spH" presStyleCnt="0"/>
      <dgm:spPr/>
    </dgm:pt>
    <dgm:pt modelId="{C8274FAF-759E-44F6-90B9-70E57E340525}" type="pres">
      <dgm:prSet presAssocID="{712F5856-79B2-4ECD-BCF2-BCB0AC98C7D3}" presName="desTx" presStyleLbl="node1" presStyleIdx="1" presStyleCnt="2" custScaleX="62508">
        <dgm:presLayoutVars>
          <dgm:bulletEnabled val="1"/>
        </dgm:presLayoutVars>
      </dgm:prSet>
      <dgm:spPr/>
    </dgm:pt>
  </dgm:ptLst>
  <dgm:cxnLst>
    <dgm:cxn modelId="{BE19A801-9624-449D-86F6-4E5CD9A9D464}" srcId="{2EE8ADA9-690E-44A6-A518-9DF45681A07F}" destId="{7F5DA995-4FF2-49DB-9E94-DA7990C52B73}" srcOrd="0" destOrd="0" parTransId="{D9874F04-7B55-4B47-8435-5393464B181D}" sibTransId="{1FB19E2E-C89A-439E-A628-2948418948AF}"/>
    <dgm:cxn modelId="{016A3535-AB2B-45AA-AAAD-C608E9C02DD1}" srcId="{7F5DA995-4FF2-49DB-9E94-DA7990C52B73}" destId="{4D08050D-615A-4D2B-B3FA-79954DFD8454}" srcOrd="2" destOrd="0" parTransId="{7A8FC42B-9145-49AB-AF31-D6D3118BFE2A}" sibTransId="{1033121B-D5C8-4614-BCE3-D24B29827A59}"/>
    <dgm:cxn modelId="{3C1A923B-A7F8-46FF-B0BD-35A12A330741}" type="presOf" srcId="{B021E8FF-4B93-4809-8359-B8FD543400A0}" destId="{81964E8D-2187-413E-809B-DEB764864881}" srcOrd="0" destOrd="0" presId="urn:diagrams.loki3.com/BracketList"/>
    <dgm:cxn modelId="{2A828342-2B80-4D40-A3EB-B289C1D59987}" type="presOf" srcId="{00FDF9BF-189E-4008-8532-AA684023E7DE}" destId="{81964E8D-2187-413E-809B-DEB764864881}" srcOrd="0" destOrd="1" presId="urn:diagrams.loki3.com/BracketList"/>
    <dgm:cxn modelId="{04FCF743-0261-4E49-B19F-445A88036981}" type="presOf" srcId="{3C9F38B7-C067-43CF-B169-9AF9867A3401}" destId="{C8274FAF-759E-44F6-90B9-70E57E340525}" srcOrd="0" destOrd="0" presId="urn:diagrams.loki3.com/BracketList"/>
    <dgm:cxn modelId="{20760E7D-5CD3-40D9-9211-8B3B05A85946}" type="presOf" srcId="{712F5856-79B2-4ECD-BCF2-BCB0AC98C7D3}" destId="{A0AEC51C-C0A3-4CF1-AABC-47B1D0798F6F}" srcOrd="0" destOrd="0" presId="urn:diagrams.loki3.com/BracketList"/>
    <dgm:cxn modelId="{9D7B1390-7A24-4615-91E0-6AD90CD10E12}" type="presOf" srcId="{E4325762-B593-46B0-AB9A-68BF4D8A5D7E}" destId="{C8274FAF-759E-44F6-90B9-70E57E340525}" srcOrd="0" destOrd="1" presId="urn:diagrams.loki3.com/BracketList"/>
    <dgm:cxn modelId="{EC85CD96-EBA5-4DF5-8BF5-E59ACA2752B8}" srcId="{2EE8ADA9-690E-44A6-A518-9DF45681A07F}" destId="{712F5856-79B2-4ECD-BCF2-BCB0AC98C7D3}" srcOrd="1" destOrd="0" parTransId="{DC920775-C05D-486C-97BA-33B9CAE9023C}" sibTransId="{28AEBD3E-6693-49D5-A07F-87A2A0A6E0D1}"/>
    <dgm:cxn modelId="{1BBAB8AC-E7DF-4342-9710-DA620F1DACB2}" srcId="{7F5DA995-4FF2-49DB-9E94-DA7990C52B73}" destId="{00FDF9BF-189E-4008-8532-AA684023E7DE}" srcOrd="1" destOrd="0" parTransId="{D997D4B3-9912-4D4F-AE35-70312D355CAA}" sibTransId="{58D1F855-0684-456E-8B3A-5DA6E4D76785}"/>
    <dgm:cxn modelId="{B7110FBE-C996-4500-BF99-E591A8CBBB20}" type="presOf" srcId="{2EE8ADA9-690E-44A6-A518-9DF45681A07F}" destId="{5E31DCA2-3741-4F17-80E4-515CBD04CE6F}" srcOrd="0" destOrd="0" presId="urn:diagrams.loki3.com/BracketList"/>
    <dgm:cxn modelId="{259245CD-8B4B-40A0-9FD9-918D2C423481}" srcId="{712F5856-79B2-4ECD-BCF2-BCB0AC98C7D3}" destId="{E4325762-B593-46B0-AB9A-68BF4D8A5D7E}" srcOrd="1" destOrd="0" parTransId="{D7C76E72-4D9B-4988-AF10-C439D852B4D8}" sibTransId="{65D65C1A-57E9-4D5B-9B95-3F95AE132DF0}"/>
    <dgm:cxn modelId="{D8D4F8D2-9A7B-426B-B67A-78C03FF4ED06}" srcId="{712F5856-79B2-4ECD-BCF2-BCB0AC98C7D3}" destId="{3C9F38B7-C067-43CF-B169-9AF9867A3401}" srcOrd="0" destOrd="0" parTransId="{8940E8E8-80E5-4A9E-BB55-D7151C68558E}" sibTransId="{1C0531E7-6923-4C42-B495-831E15086B6D}"/>
    <dgm:cxn modelId="{8A3800D5-A7E0-4012-8F94-AA56901E6A82}" type="presOf" srcId="{1407D426-340E-4F03-AD12-92497C2127AB}" destId="{C8274FAF-759E-44F6-90B9-70E57E340525}" srcOrd="0" destOrd="2" presId="urn:diagrams.loki3.com/BracketList"/>
    <dgm:cxn modelId="{2DAB43ED-B501-4317-BB7F-114B671201FD}" type="presOf" srcId="{4D08050D-615A-4D2B-B3FA-79954DFD8454}" destId="{81964E8D-2187-413E-809B-DEB764864881}" srcOrd="0" destOrd="2" presId="urn:diagrams.loki3.com/BracketList"/>
    <dgm:cxn modelId="{5926BEEE-D9A9-46E0-8ACC-163079B348EB}" type="presOf" srcId="{7F5DA995-4FF2-49DB-9E94-DA7990C52B73}" destId="{DF1B80C6-FA04-431D-BD83-3EEF5B730256}" srcOrd="0" destOrd="0" presId="urn:diagrams.loki3.com/BracketList"/>
    <dgm:cxn modelId="{5769B7EF-0C40-4A81-8941-F6743CB98EAD}" srcId="{7F5DA995-4FF2-49DB-9E94-DA7990C52B73}" destId="{B021E8FF-4B93-4809-8359-B8FD543400A0}" srcOrd="0" destOrd="0" parTransId="{AA2B501F-46B8-40FE-BA01-9711AB50BBAD}" sibTransId="{A5874F45-F64A-4354-AB53-960354B858C2}"/>
    <dgm:cxn modelId="{B3CE40F0-A6D0-4CBD-8624-54B32568FF03}" srcId="{712F5856-79B2-4ECD-BCF2-BCB0AC98C7D3}" destId="{1407D426-340E-4F03-AD12-92497C2127AB}" srcOrd="2" destOrd="0" parTransId="{477CA65A-2356-4747-9819-4CED6CE9A50B}" sibTransId="{DE3B8219-D269-4B31-AE3E-D5259E88C532}"/>
    <dgm:cxn modelId="{9F1BBE63-422A-4188-B4CF-7D55ED1D658A}" type="presParOf" srcId="{5E31DCA2-3741-4F17-80E4-515CBD04CE6F}" destId="{BC7C9AF4-F56F-4408-B76B-561C49D36CF5}" srcOrd="0" destOrd="0" presId="urn:diagrams.loki3.com/BracketList"/>
    <dgm:cxn modelId="{C8A94879-F0A4-4267-875A-53289B551897}" type="presParOf" srcId="{BC7C9AF4-F56F-4408-B76B-561C49D36CF5}" destId="{DF1B80C6-FA04-431D-BD83-3EEF5B730256}" srcOrd="0" destOrd="0" presId="urn:diagrams.loki3.com/BracketList"/>
    <dgm:cxn modelId="{08291594-AD84-4CB5-8EDB-B9FB609148E9}" type="presParOf" srcId="{BC7C9AF4-F56F-4408-B76B-561C49D36CF5}" destId="{4E88F7D8-BB4A-4340-ACF3-B204820C15D6}" srcOrd="1" destOrd="0" presId="urn:diagrams.loki3.com/BracketList"/>
    <dgm:cxn modelId="{02E8BE7A-48EC-47E4-B148-A174B6711938}" type="presParOf" srcId="{BC7C9AF4-F56F-4408-B76B-561C49D36CF5}" destId="{51CC6BAA-C42D-4BDA-9A24-AE6B430F936A}" srcOrd="2" destOrd="0" presId="urn:diagrams.loki3.com/BracketList"/>
    <dgm:cxn modelId="{C2D103C2-2C11-4415-BA05-B706F3E625C6}" type="presParOf" srcId="{BC7C9AF4-F56F-4408-B76B-561C49D36CF5}" destId="{81964E8D-2187-413E-809B-DEB764864881}" srcOrd="3" destOrd="0" presId="urn:diagrams.loki3.com/BracketList"/>
    <dgm:cxn modelId="{437A345F-E776-43D5-8EB7-D1A6CEA16FAF}" type="presParOf" srcId="{5E31DCA2-3741-4F17-80E4-515CBD04CE6F}" destId="{55FB7484-A85F-45E6-A73D-77C0E6168F29}" srcOrd="1" destOrd="0" presId="urn:diagrams.loki3.com/BracketList"/>
    <dgm:cxn modelId="{3B086BEB-2BFA-44C2-89FA-0ACCA1662988}" type="presParOf" srcId="{5E31DCA2-3741-4F17-80E4-515CBD04CE6F}" destId="{6B6CA2A4-9ACB-4AA4-BE69-99D1ADAA1EA6}" srcOrd="2" destOrd="0" presId="urn:diagrams.loki3.com/BracketList"/>
    <dgm:cxn modelId="{CAA7A7A8-AB46-4ED5-A571-4EB2BD69AE53}" type="presParOf" srcId="{6B6CA2A4-9ACB-4AA4-BE69-99D1ADAA1EA6}" destId="{A0AEC51C-C0A3-4CF1-AABC-47B1D0798F6F}" srcOrd="0" destOrd="0" presId="urn:diagrams.loki3.com/BracketList"/>
    <dgm:cxn modelId="{BC35FE5D-BEEF-42ED-95BC-50CA98D12A7A}" type="presParOf" srcId="{6B6CA2A4-9ACB-4AA4-BE69-99D1ADAA1EA6}" destId="{DE7378A4-1D11-45F7-A866-44CAB5705313}" srcOrd="1" destOrd="0" presId="urn:diagrams.loki3.com/BracketList"/>
    <dgm:cxn modelId="{71F92647-19FF-4138-9C6B-327EC0FD114D}" type="presParOf" srcId="{6B6CA2A4-9ACB-4AA4-BE69-99D1ADAA1EA6}" destId="{AA34C5B8-CE38-48C7-9ADD-A388FF17191A}" srcOrd="2" destOrd="0" presId="urn:diagrams.loki3.com/BracketList"/>
    <dgm:cxn modelId="{C4DC1B16-E387-48EF-89DD-8E2672A91B58}" type="presParOf" srcId="{6B6CA2A4-9ACB-4AA4-BE69-99D1ADAA1EA6}" destId="{C8274FAF-759E-44F6-90B9-70E57E340525}" srcOrd="3" destOrd="0" presId="urn:diagrams.loki3.com/Bracket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1B80C6-FA04-431D-BD83-3EEF5B730256}">
      <dsp:nvSpPr>
        <dsp:cNvPr id="0" name=""/>
        <dsp:cNvSpPr/>
      </dsp:nvSpPr>
      <dsp:spPr>
        <a:xfrm>
          <a:off x="872930" y="811539"/>
          <a:ext cx="2989144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Number of I/</a:t>
          </a:r>
          <a:r>
            <a:rPr lang="en-US" sz="2000" kern="12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Os</a:t>
          </a:r>
          <a:endParaRPr lang="en-US" sz="2000" kern="1200" dirty="0">
            <a:solidFill>
              <a:schemeClr val="tx1"/>
            </a:solidFill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sp:txBody>
      <dsp:txXfrm>
        <a:off x="872930" y="811539"/>
        <a:ext cx="2989144" cy="1287000"/>
      </dsp:txXfrm>
    </dsp:sp>
    <dsp:sp modelId="{4E88F7D8-BB4A-4340-ACF3-B204820C15D6}">
      <dsp:nvSpPr>
        <dsp:cNvPr id="0" name=""/>
        <dsp:cNvSpPr/>
      </dsp:nvSpPr>
      <dsp:spPr>
        <a:xfrm>
          <a:off x="3862075" y="731102"/>
          <a:ext cx="471496" cy="144787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964E8D-2187-413E-809B-DEB764864881}">
      <dsp:nvSpPr>
        <dsp:cNvPr id="0" name=""/>
        <dsp:cNvSpPr/>
      </dsp:nvSpPr>
      <dsp:spPr>
        <a:xfrm>
          <a:off x="4522170" y="731102"/>
          <a:ext cx="4008231" cy="1447875"/>
        </a:xfrm>
        <a:prstGeom prst="rect">
          <a:avLst/>
        </a:prstGeom>
        <a:solidFill>
          <a:srgbClr val="B8ED9B"/>
        </a:solidFill>
        <a:ln w="12700" cap="flat" cmpd="sng" algn="ctr">
          <a:solidFill>
            <a:srgbClr val="B8ED9B"/>
          </a:solidFill>
          <a:prstDash val="solid"/>
          <a:miter lim="800000"/>
        </a:ln>
        <a:effectLst>
          <a:glow rad="101600">
            <a:schemeClr val="accent6">
              <a:satMod val="175000"/>
              <a:alpha val="40000"/>
            </a:schemeClr>
          </a:glow>
          <a:softEdge rad="1270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narginchk</a:t>
          </a:r>
          <a:r>
            <a:rPr lang="en-US" sz="1800" kern="12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, </a:t>
          </a:r>
          <a:r>
            <a:rPr lang="en-US" sz="1800" kern="12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nargoutchk</a:t>
          </a:r>
          <a:endParaRPr lang="en-US" sz="1800" kern="1200" dirty="0">
            <a:solidFill>
              <a:schemeClr val="tx1"/>
            </a:solidFill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nargin</a:t>
          </a:r>
          <a:r>
            <a:rPr lang="en-US" sz="1800" kern="12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, </a:t>
          </a:r>
          <a:r>
            <a:rPr lang="en-US" sz="1800" kern="12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nargout</a:t>
          </a:r>
          <a:r>
            <a:rPr lang="en-US" sz="1800" kern="12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, error, return</a:t>
          </a:r>
        </a:p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varargin</a:t>
          </a:r>
          <a:r>
            <a:rPr lang="en-US" sz="1800" kern="12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, </a:t>
          </a:r>
          <a:r>
            <a:rPr lang="en-US" sz="1800" kern="12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varargout</a:t>
          </a:r>
          <a:endParaRPr lang="en-US" sz="1800" kern="1200" dirty="0">
            <a:solidFill>
              <a:schemeClr val="tx1"/>
            </a:solidFill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sp:txBody>
      <dsp:txXfrm>
        <a:off x="4522170" y="731102"/>
        <a:ext cx="4008231" cy="1447875"/>
      </dsp:txXfrm>
    </dsp:sp>
    <dsp:sp modelId="{A0AEC51C-C0A3-4CF1-AABC-47B1D0798F6F}">
      <dsp:nvSpPr>
        <dsp:cNvPr id="0" name=""/>
        <dsp:cNvSpPr/>
      </dsp:nvSpPr>
      <dsp:spPr>
        <a:xfrm>
          <a:off x="872930" y="2493414"/>
          <a:ext cx="3015737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Content of I/</a:t>
          </a:r>
          <a:r>
            <a:rPr lang="en-US" sz="2000" kern="1200" dirty="0" err="1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Os</a:t>
          </a:r>
          <a:endParaRPr lang="en-US" sz="2000" kern="1200" dirty="0">
            <a:solidFill>
              <a:schemeClr val="tx1"/>
            </a:solidFill>
            <a:latin typeface="Microsoft Sans Serif" panose="020B0604020202020204" pitchFamily="34" charset="0"/>
            <a:ea typeface="Microsoft Sans Serif" panose="020B0604020202020204" pitchFamily="34" charset="0"/>
            <a:cs typeface="Microsoft Sans Serif" panose="020B0604020202020204" pitchFamily="34" charset="0"/>
          </a:endParaRPr>
        </a:p>
      </dsp:txBody>
      <dsp:txXfrm>
        <a:off x="872930" y="2493414"/>
        <a:ext cx="3015737" cy="1287000"/>
      </dsp:txXfrm>
    </dsp:sp>
    <dsp:sp modelId="{DE7378A4-1D11-45F7-A866-44CAB5705313}">
      <dsp:nvSpPr>
        <dsp:cNvPr id="0" name=""/>
        <dsp:cNvSpPr/>
      </dsp:nvSpPr>
      <dsp:spPr>
        <a:xfrm>
          <a:off x="3888668" y="2412977"/>
          <a:ext cx="471496" cy="144787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274FAF-759E-44F6-90B9-70E57E340525}">
      <dsp:nvSpPr>
        <dsp:cNvPr id="0" name=""/>
        <dsp:cNvSpPr/>
      </dsp:nvSpPr>
      <dsp:spPr>
        <a:xfrm>
          <a:off x="4548762" y="2412977"/>
          <a:ext cx="4008231" cy="1447875"/>
        </a:xfrm>
        <a:prstGeom prst="rect">
          <a:avLst/>
        </a:prstGeom>
        <a:solidFill>
          <a:srgbClr val="B8ED9B"/>
        </a:solidFill>
        <a:ln w="12700" cap="flat" cmpd="sng" algn="ctr">
          <a:solidFill>
            <a:srgbClr val="B8ED9B"/>
          </a:solidFill>
          <a:prstDash val="solid"/>
          <a:miter lim="800000"/>
        </a:ln>
        <a:effectLst>
          <a:glow rad="101600">
            <a:schemeClr val="accent6">
              <a:satMod val="175000"/>
              <a:alpha val="40000"/>
            </a:schemeClr>
          </a:glow>
          <a:softEdge rad="1270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Variable Size</a:t>
          </a:r>
        </a:p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Data Type</a:t>
          </a:r>
        </a:p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rPr>
            <a:t>Application</a:t>
          </a:r>
        </a:p>
      </dsp:txBody>
      <dsp:txXfrm>
        <a:off x="4548762" y="2412977"/>
        <a:ext cx="4008231" cy="1447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32A54-FDC7-86F4-2317-7CE839ADC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304C0-2169-4B38-DE15-955B33728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298DB-321C-13A9-3E22-8DEC2F40E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1A8A5-F3C3-B173-9ED6-34C78E40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7140F-41D0-641A-C7B1-88D1DE2D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2FB33-1825-C882-51B8-C59ED533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900B2-AFE4-29E0-FEB2-490993203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0D0FB-A657-85D2-0A34-A7FCE8E5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42495-C573-3A69-7335-75555B5E6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6DA88-139A-41F7-15FD-1AE77F03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2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0F67-AD63-4FEB-2F3B-B395C69E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96509-4FF1-5686-CDC7-6D6A4A2B0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27751-CD9D-7CF8-101C-0DB98F11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254BF-5C23-07A3-FEE9-5E524B0F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692F7-7CD7-B6BE-C81E-25D4F578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3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F88F-D44C-5928-7CDF-A7DADFC2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38D89-878E-B3B3-19E0-53EC511FF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E11CD-2BA1-1610-518B-70AB35B40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BDECB-B57B-FDC4-83B7-CD9A02E7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95A86-3DA4-A9AE-AC82-5C7B3FEE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E7215-0CB4-4F7E-AF5F-EE77CF6B1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4CCB-675C-D7A0-3331-F52EE9984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D5196-AC4B-309B-09AA-9247E40EC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698BC-746E-3D4B-24F5-475D765CD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9AAD4-1DC3-1115-1470-B99EE1B1F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061880-4008-702E-7279-753A9623E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26C31F-CDEF-F802-A30C-2F0A9D85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863D7E-797A-221F-DC06-BACFD17F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C5B47-0E5B-BA87-6F43-50005923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61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E59F-A54F-844C-4F42-243C1A31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D7C5A-C843-0788-A28E-341454A3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2C382-572D-481E-10E3-11849ABA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F91FD-01D6-0DF1-1E08-B89A46EA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9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13E2B-8060-D08F-13D5-522D31A9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A7E4F1-7A12-146B-4BF6-53FA20CEF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E6733-2372-875A-7BB0-1ED0858A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3770-17CC-1D06-A7F7-F47A94727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1E439-9FB5-0940-BAAF-33A60A62A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C5A6F-0C77-3640-CC88-10E392DF4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1F9B3-EFBB-EFDA-8C43-98B758C72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0DFF9-E40B-CF99-4967-11AE05E73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B1B27-A1BE-1DF8-ACD2-4DA339E6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0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4B88-3BA8-0A76-0B3F-58D2A8584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97A27-116D-0416-220A-4115C02CE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2C59B-0375-2E1C-0775-9EA5C466B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52A2E-83D6-2414-D47E-3D8A99C5D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82F93-B428-BF40-8724-7B9A1165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DAB66-F0FC-E5DF-3F77-433BA1ED6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1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0F1B-ADA8-1D08-B332-277898055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F41C5-53A7-69D9-2078-69F0FA90A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A1085-A491-ABA2-2B08-793532EC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D9256-E256-8C60-885A-4A40CF9E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82E47-1DCB-6A7D-61BF-A4BF1E5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07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645E22-32C7-9A36-723D-9D2F51132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D5EE2-C334-3790-C4F9-1B815B704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D8AF-852F-DBF8-3A1D-B6699D2CF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1C3A0-EAF0-42FA-AE4C-A6D30740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0980E-EDD4-6CEF-FD34-C5BEC8E1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75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38C-8B49-D8A5-994C-FBD73405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0F479-EC1D-D796-CDA7-C681C7374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1CDF-40A4-E48C-6671-8C935D58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1A27C-4551-4478-9B75-254A3A54CD18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29515-B0CB-CEFA-2CE0-B29B8089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C336-A8F4-33AB-9754-78685F28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57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F6F6-2405-E2E0-8AA8-E5D075C6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6CFF-4267-FDD1-1FCC-FB14F4B47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EEBC3-E222-8D42-6275-A3C862D5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BD44-8273-4EEB-9B8C-1475E996FC43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47962-01DD-5635-4781-D2705A2A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D4FF-8514-42E2-C489-8A48A848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14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E4CF-2C81-37F5-C521-1A7C42C8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25691-C1A7-B81B-5D2F-AAF745DB7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2D73-BAFD-2C7E-43A7-48F0EC67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27B8-4A44-4604-8C88-654A7DC17CBA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BDD6-65E2-981C-B052-0AC2696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C0D6-029A-041D-4079-517F668F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36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9F95-6A91-AECD-39C9-5BD50231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B418-B63E-11DA-B276-602FF7ABF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3650E-490B-D309-8278-EB070E44B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2CA63-CAF7-2124-8EC3-C4E1DE2C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FB3D-E08B-4B21-80AC-86FEAFB3CB0F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93A42-C4A4-876E-BE07-54A7742D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DFE5-4FF2-A1F4-2763-C4D434C5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84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CD67-222D-0A04-4872-68935216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9DC3-1456-355C-0DFC-2ADC7433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752C2-F278-2A31-33A0-8CBB11A7F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A61C6-62D0-CD83-456A-C6FE5E7E4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37A6B-7D7A-80C0-D14E-8ACA7B664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1AAD3-2AC5-6E22-2FE4-93C651F2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164D-0B9B-4233-94B1-5A3E9B4D1A58}" type="datetime1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0D950-B0E8-27CC-09AA-5C5157AB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E3E06-3B03-0D48-3140-BFC082EE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04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EBF9-2261-E143-B067-DAEA5E87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35D1-D678-499F-AFD9-5A4AE5BC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4C29-C199-4058-A1C7-1A50598B9745}" type="datetime1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FA0F7-853A-9563-2453-3FE41518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0327B-2810-878E-C11E-5D00E196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06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95C38-B0AE-27FC-F85F-80AFCCA8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E796-9F91-441F-A890-72901E593859}" type="datetime1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FCA33-D4C0-B036-E779-6483978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8CD05-7500-CE5F-B1AA-A1C4EB14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748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7038-53B9-0DFB-2A5F-7ECC5145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A90B0-701B-2D6C-DF21-9E0A4FB2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CCF6-BCCF-5089-1B78-B2BAD10C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746AC-5BF7-DE4C-8349-E50265D1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E64F6-D438-4111-AC5D-DFB3501E8412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E14B7-FDAB-4461-3F67-FCDF57EB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7E26A-C43B-E9EB-6DB9-170971FA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756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58D8-4758-2BBC-E234-27BF668D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1E194-39C7-398C-68DA-624EF33E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5A0A4-1FEF-FEB0-D9B9-B4D741D45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EDD03-E915-5785-3139-010A0E19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8235-0F63-4F83-A204-5548E0915A10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001EE-7F59-B314-6F9F-0E8A4BB6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34E2F-7BCD-E7AA-2A50-1702D146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96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2673-5EE8-96C0-CF30-D65404AE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1EB85-C801-7368-7168-D5EA9C2D7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9008-AC93-CF71-0AD1-514AF60C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CC5B-5232-430F-A007-3D84F6C0A6F6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22D1-C0BA-10E3-FAFF-3D80C047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50178-1561-5A17-6275-8610518E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355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0F3CE-ECAF-B724-AD26-D3C37CB70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779CF-24C5-5DB6-4A6C-F851202D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111A-E8A1-29E6-BCC6-F3EF9B13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AF3F-E9D3-4E71-B9D3-E66E9B77231F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87A6-F95D-A30E-FC2E-A254D9F5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AC3BF-5162-870A-5647-C14078EB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5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75798-EEBC-4AE0-F07F-3900AF8D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FC081-CFFE-EECB-4BB6-FD28EDE2C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EE298-5061-C1AB-B9CF-91649E84B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ACAD0-E0B1-4C6D-B603-690367917A8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98EAE-E31E-D2F4-E232-72CDD67E8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88738-E244-7E60-6EBA-89A6784A9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519CC-D4AE-41E2-A19B-E4E60C503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3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6FB87-9950-668E-8CC1-1AEEABAC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56397-299B-0543-3800-78AE8F11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F07E-034C-71E4-3BBC-3D8C9D15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62CB-8878-49CA-B06F-1320EEC26B50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72CF9-57E2-7631-16A4-B5F36178E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05156-E96B-CB50-6816-E4D5AFDA0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5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ED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0E7310-25C2-DDBC-99EE-87DA4E6032DB}"/>
              </a:ext>
            </a:extLst>
          </p:cNvPr>
          <p:cNvSpPr txBox="1"/>
          <p:nvPr/>
        </p:nvSpPr>
        <p:spPr>
          <a:xfrm>
            <a:off x="539085" y="2555331"/>
            <a:ext cx="11113830" cy="1200329"/>
          </a:xfrm>
          <a:prstGeom prst="rect">
            <a:avLst/>
          </a:prstGeom>
          <a:noFill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7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Functions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CC47C3-8198-A563-6846-0CE3AD40A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39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2D521D-99BD-1C5C-7456-62F9E79788D2}"/>
              </a:ext>
            </a:extLst>
          </p:cNvPr>
          <p:cNvSpPr txBox="1"/>
          <p:nvPr/>
        </p:nvSpPr>
        <p:spPr>
          <a:xfrm>
            <a:off x="1621085" y="1563361"/>
            <a:ext cx="6989515" cy="373127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Declaring 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Calling 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Debugging Codes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E7310-25C2-DDBC-99EE-87DA4E6032DB}"/>
              </a:ext>
            </a:extLst>
          </p:cNvPr>
          <p:cNvSpPr txBox="1"/>
          <p:nvPr/>
        </p:nvSpPr>
        <p:spPr>
          <a:xfrm>
            <a:off x="623245" y="655094"/>
            <a:ext cx="11113830" cy="584775"/>
          </a:xfrm>
          <a:prstGeom prst="rect">
            <a:avLst/>
          </a:prstGeom>
          <a:solidFill>
            <a:srgbClr val="B8ED9B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7. Functions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CC47C3-8198-A563-6846-0CE3AD40A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68F266-0501-32AE-B2D2-447350266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B8ED9B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Functions</a:t>
            </a:r>
          </a:p>
        </p:txBody>
      </p:sp>
    </p:spTree>
    <p:extLst>
      <p:ext uri="{BB962C8B-B14F-4D97-AF65-F5344CB8AC3E}">
        <p14:creationId xmlns:p14="http://schemas.microsoft.com/office/powerpoint/2010/main" val="90051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26187-81A6-12E1-2393-815D7FBC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92" y="7712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Declaring Functions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22F847-31E8-F32B-F1AB-609B8497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70693-B1FA-2855-BAC3-C0DAB209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B8ED9B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Functions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ACF76D-E69B-6980-78FC-C09F6AE055E2}"/>
              </a:ext>
            </a:extLst>
          </p:cNvPr>
          <p:cNvSpPr/>
          <p:nvPr/>
        </p:nvSpPr>
        <p:spPr>
          <a:xfrm>
            <a:off x="2165346" y="1323131"/>
            <a:ext cx="1145490" cy="413467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function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D0827D-9CC6-368D-2259-57FE6296841D}"/>
              </a:ext>
            </a:extLst>
          </p:cNvPr>
          <p:cNvSpPr/>
          <p:nvPr/>
        </p:nvSpPr>
        <p:spPr>
          <a:xfrm>
            <a:off x="2165346" y="5121403"/>
            <a:ext cx="763326" cy="413467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299D27-29AA-02F9-180B-3B58A2D3DAF8}"/>
              </a:ext>
            </a:extLst>
          </p:cNvPr>
          <p:cNvSpPr/>
          <p:nvPr/>
        </p:nvSpPr>
        <p:spPr>
          <a:xfrm>
            <a:off x="3838953" y="2043751"/>
            <a:ext cx="5675907" cy="3051524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Some comments for help &amp; references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Checking if the function has been used in the correct way (input/output checking)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Body of the function (main code)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Configuring outputs/showing results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CD60F3-DEFA-3F45-AA8C-B0F22FB2E3AF}"/>
              </a:ext>
            </a:extLst>
          </p:cNvPr>
          <p:cNvSpPr/>
          <p:nvPr/>
        </p:nvSpPr>
        <p:spPr>
          <a:xfrm>
            <a:off x="6141746" y="1312887"/>
            <a:ext cx="1957122" cy="413467"/>
          </a:xfrm>
          <a:prstGeom prst="roundRect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Function Name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B74327-C957-FA4B-C0F8-AE8C4CE7D4EB}"/>
              </a:ext>
            </a:extLst>
          </p:cNvPr>
          <p:cNvSpPr/>
          <p:nvPr/>
        </p:nvSpPr>
        <p:spPr>
          <a:xfrm>
            <a:off x="8155510" y="1312887"/>
            <a:ext cx="2099145" cy="413467"/>
          </a:xfrm>
          <a:prstGeom prst="roundRect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(Input Variables)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7E1C2B-EEC9-012A-1541-A35D49C6C8DA}"/>
              </a:ext>
            </a:extLst>
          </p:cNvPr>
          <p:cNvGrpSpPr/>
          <p:nvPr/>
        </p:nvGrpSpPr>
        <p:grpSpPr>
          <a:xfrm>
            <a:off x="3367478" y="1323132"/>
            <a:ext cx="2719709" cy="413468"/>
            <a:chOff x="3367478" y="1323132"/>
            <a:chExt cx="2719709" cy="41346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1DDEEAE-DE12-F380-4C32-D85C5B9A91DB}"/>
                </a:ext>
              </a:extLst>
            </p:cNvPr>
            <p:cNvSpPr/>
            <p:nvPr/>
          </p:nvSpPr>
          <p:spPr>
            <a:xfrm>
              <a:off x="3367478" y="1323133"/>
              <a:ext cx="2374789" cy="413467"/>
            </a:xfrm>
            <a:prstGeom prst="round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[Output Variables]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D676613-839B-D887-FFDE-34E8645F40DA}"/>
                </a:ext>
              </a:extLst>
            </p:cNvPr>
            <p:cNvSpPr/>
            <p:nvPr/>
          </p:nvSpPr>
          <p:spPr>
            <a:xfrm>
              <a:off x="5796825" y="1323132"/>
              <a:ext cx="290362" cy="413467"/>
            </a:xfrm>
            <a:prstGeom prst="round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=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7E7A274-BF90-15E2-4FDD-204F6B756E0E}"/>
              </a:ext>
            </a:extLst>
          </p:cNvPr>
          <p:cNvSpPr txBox="1"/>
          <p:nvPr/>
        </p:nvSpPr>
        <p:spPr>
          <a:xfrm>
            <a:off x="1791837" y="5697735"/>
            <a:ext cx="86998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File name should be exactly same as the function name: “function </a:t>
            </a:r>
            <a:r>
              <a:rPr kumimoji="0" lang="en-US" sz="2200" b="0" i="1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name.m</a:t>
            </a:r>
            <a:r>
              <a:rPr kumimoji="0" lang="en-US" sz="2200" b="0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189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1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26187-81A6-12E1-2393-815D7FBC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93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Calling Functions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22F847-31E8-F32B-F1AB-609B8497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70693-B1FA-2855-BAC3-C0DAB209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B8ED9B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Functions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E0473-382C-9562-614D-EE5DCD14CB49}"/>
              </a:ext>
            </a:extLst>
          </p:cNvPr>
          <p:cNvSpPr txBox="1"/>
          <p:nvPr/>
        </p:nvSpPr>
        <p:spPr>
          <a:xfrm>
            <a:off x="1810069" y="1455291"/>
            <a:ext cx="8571861" cy="415498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Call functions by their names, just like MATLAB built-in syntaxes.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Input(s)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nothing/direct number(s) or text/Variable(s).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Output(s)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can be nothing/one or more Variable(s).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 files should be located in the “Current Folder” or “MATLAB Path”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Input/output variable names can be the same as local variables of the function without causing any interference.</a:t>
            </a:r>
          </a:p>
        </p:txBody>
      </p:sp>
    </p:spTree>
    <p:extLst>
      <p:ext uri="{BB962C8B-B14F-4D97-AF65-F5344CB8AC3E}">
        <p14:creationId xmlns:p14="http://schemas.microsoft.com/office/powerpoint/2010/main" val="100473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56C2-5CA3-59B6-E7C2-C734F8594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Input / Output Checking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F47DE6-C051-C29B-6D5F-14FDCE3A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E7DED-60F0-D9DF-FDD3-13B291AA4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B8ED9B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Functions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8F39A05-3F0B-2AF3-36C6-39DCECB657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12250" y="1451984"/>
          <a:ext cx="9429925" cy="4591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821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F1791-D99F-AA2D-55F5-ADCDAB548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8776-6E90-CFA5-C9D5-12AFBBFE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Debugging Codes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78805-93F0-08C6-F37A-9D19DCC6A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547" y="1575359"/>
            <a:ext cx="6409053" cy="4040817"/>
          </a:xfrm>
        </p:spPr>
        <p:txBody>
          <a:bodyPr anchor="t">
            <a:noAutofit/>
          </a:bodyPr>
          <a:lstStyle/>
          <a:p>
            <a:pPr>
              <a:lnSpc>
                <a:spcPct val="300000"/>
              </a:lnSpc>
              <a:buSzPct val="160000"/>
            </a:pPr>
            <a:r>
              <a:rPr lang="en-US" dirty="0">
                <a:solidFill>
                  <a:srgbClr val="FF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Error</a:t>
            </a:r>
          </a:p>
          <a:p>
            <a:pPr lvl="1">
              <a:lnSpc>
                <a:spcPct val="300000"/>
              </a:lnSpc>
              <a:buClr>
                <a:srgbClr val="FF0000"/>
              </a:buClr>
              <a:buSzPct val="160000"/>
              <a:buBlip>
                <a:blip r:embed="rId2"/>
              </a:buBlip>
            </a:pPr>
            <a:r>
              <a:rPr lang="en-US" sz="2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Break Points</a:t>
            </a:r>
          </a:p>
          <a:p>
            <a:pPr lvl="2">
              <a:lnSpc>
                <a:spcPct val="300000"/>
              </a:lnSpc>
              <a:buClr>
                <a:srgbClr val="92D050"/>
              </a:buClr>
              <a:buSzPct val="120000"/>
              <a:buBlip>
                <a:blip r:embed="rId3"/>
              </a:buBlip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step, step-in &amp; continue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E18551-C623-1DDA-68DD-051C6B64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C7D5B-4999-0AF8-6C6C-D02DF8D01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B8ED9B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Functions</a:t>
            </a:r>
          </a:p>
        </p:txBody>
      </p:sp>
    </p:spTree>
    <p:extLst>
      <p:ext uri="{BB962C8B-B14F-4D97-AF65-F5344CB8AC3E}">
        <p14:creationId xmlns:p14="http://schemas.microsoft.com/office/powerpoint/2010/main" val="359897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228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Microsoft Sans Serif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Declaring Functions</vt:lpstr>
      <vt:lpstr>Calling Functions</vt:lpstr>
      <vt:lpstr>Input / Output Checking</vt:lpstr>
      <vt:lpstr>Debugging Codes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Tamaas</dc:creator>
  <cp:lastModifiedBy>Tamas Publishing house</cp:lastModifiedBy>
  <cp:revision>31</cp:revision>
  <dcterms:created xsi:type="dcterms:W3CDTF">2024-03-14T08:04:59Z</dcterms:created>
  <dcterms:modified xsi:type="dcterms:W3CDTF">2024-12-10T08:52:06Z</dcterms:modified>
</cp:coreProperties>
</file>