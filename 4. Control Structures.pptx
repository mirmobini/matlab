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387" r:id="rId3"/>
    <p:sldId id="388" r:id="rId4"/>
    <p:sldId id="326" r:id="rId5"/>
    <p:sldId id="389" r:id="rId6"/>
    <p:sldId id="390" r:id="rId7"/>
    <p:sldId id="391" r:id="rId8"/>
    <p:sldId id="39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4. Control Structures" id="{726F394C-A509-4157-AC7D-6ECB6E8EE907}">
          <p14:sldIdLst>
            <p14:sldId id="387"/>
            <p14:sldId id="388"/>
            <p14:sldId id="326"/>
            <p14:sldId id="389"/>
            <p14:sldId id="390"/>
            <p14:sldId id="391"/>
            <p14:sldId id="392"/>
          </p14:sldIdLst>
        </p14:section>
        <p14:section name="Default Section" id="{6DE905A8-7678-4E5B-A342-5782A150809D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86BB1-1F83-6516-A6F9-C82998EB49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AB3A4-4E55-DB66-462E-1BAE39CFAB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1981B-5DC6-F377-E9D3-8093E9F60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7074-1845-493E-93CA-23577DF3055C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3992C-51B7-0650-00DD-293AD1657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777F4-B6E6-EFAE-FE6D-C73E1E6F7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6373E-61B5-40AE-986B-0199850C2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580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C9F00-D009-D1A8-AE54-BA30B84F6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65B22-998D-1E6A-0721-96F53444A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5D147-953C-D3BB-4952-1297692F1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7074-1845-493E-93CA-23577DF3055C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AB4F9-C0DA-1F39-6142-74B58BDC3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4EC7A-DD18-2495-90F8-C00EF0FB1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6373E-61B5-40AE-986B-0199850C2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902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3CC27-02F2-8813-A196-8E1607F1F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C7DAD-8FA2-1233-5EC6-D75242864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8D139-D3CA-CB24-149D-B4918F5C3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7074-1845-493E-93CA-23577DF3055C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4CFA4-810D-0BC6-74DC-B87E9471C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23D61-1AB4-B57E-82EE-2C3DEA46A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6373E-61B5-40AE-986B-0199850C2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779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BBECF-8324-D81A-B90D-81D8E0B04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DE878-B729-6B80-4C52-60D62F8774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0F56A7-6126-455B-40D4-E1EF932545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11FDD-350C-98D7-AB6F-509D86F32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7074-1845-493E-93CA-23577DF3055C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A241F-52DF-108E-A410-844E4DE22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A87E1-A799-3A76-9EF2-7962463DA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6373E-61B5-40AE-986B-0199850C2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491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48B87-BFDD-EA0E-393F-5D8725B6C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5F3B22-0468-F0AD-D271-DAFB33613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E0D72C-BB0A-298D-0688-591C089D83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682162-C472-4F7D-E500-2277B53F01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C024CC-740A-34D3-DA82-BC2A93C6B7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D6E5B0-1EE8-D363-2667-431ED977E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7074-1845-493E-93CA-23577DF3055C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9DD57B-7946-9ECE-3A7F-E39045082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CAAF24-7926-1DDD-7D9A-4D7257484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6373E-61B5-40AE-986B-0199850C2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095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608BC-3EC3-BFD4-A26A-AB4EC6C33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1C74B7-F80E-FA23-AAF4-9CAA8FFCA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7074-1845-493E-93CA-23577DF3055C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DFB441-FD2C-754C-D7A8-4FB1E74DA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ECAE0C-465A-C427-7DC0-B26BE5831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6373E-61B5-40AE-986B-0199850C2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632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CEE3F4-3770-0490-C56D-FDB34444F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7074-1845-493E-93CA-23577DF3055C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E9A538-883A-B380-0922-519264CF1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DDE894-0B4D-5D15-1B6C-1BF03E261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6373E-61B5-40AE-986B-0199850C2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152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9118E-C754-0EBE-2AF1-FE3BEC2F9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3B4DE-E5A4-7D83-90AC-000F98CE3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CC9A25-6A9C-EEDC-0141-81D9DA1EE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FA84D0-E58C-7B65-68BF-7D62CF994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7074-1845-493E-93CA-23577DF3055C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B0E42A-6629-475A-CAC0-A216792D5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073961-ADFF-4941-A585-A1DEBAA91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6373E-61B5-40AE-986B-0199850C2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296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E50E8-0638-D67D-1372-4C828A7B9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29381C-1492-1CD0-4CEF-E544E7A6EE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4CC68C-09DB-7B1B-6B14-CC674C9CC8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60D2E5-E991-18CE-E871-91F571FC8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7074-1845-493E-93CA-23577DF3055C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E503E8-D510-CC32-4AA4-8803AD068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82431-D44F-33F7-C784-667090BAF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6373E-61B5-40AE-986B-0199850C2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236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FB5F-B7EE-8D2F-C012-1C74FF33C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2E5ECA-4A78-26B4-764B-2D5A2BAF10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AC8C2-B70F-4839-1F4B-A45B58FD0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7074-1845-493E-93CA-23577DF3055C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E27AA-BF03-5525-DACE-68824E92C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B9F57-4FE0-DE67-029F-6748F5649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6373E-61B5-40AE-986B-0199850C2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904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E60F63-2530-7426-0A8C-1BBCA4933E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9298C8-ADEC-148C-FD2D-1B91E08F28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D37BA-F35D-FA16-D080-D8E8C19B8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7074-1845-493E-93CA-23577DF3055C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967D3-189A-3DAA-1F09-BA0E8C9A4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F8602-9B75-AD3F-4B51-7826B9FE9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6373E-61B5-40AE-986B-0199850C2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1578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3438C-8B49-D8A5-994C-FBD73405C2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80F479-EC1D-D796-CDA7-C681C7374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B1CDF-40A4-E48C-6671-8C935D58D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1A27C-4551-4478-9B75-254A3A54CD18}" type="datetime1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29515-B0CB-CEFA-2CE0-B29B8089E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7C336-A8F4-33AB-9754-78685F281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3376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EF6F6-2405-E2E0-8AA8-E5D075C6E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46CFF-4267-FDD1-1FCC-FB14F4B47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EEBC3-E222-8D42-6275-A3C862D5F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BD44-8273-4EEB-9B8C-1475E996FC43}" type="datetime1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47962-01DD-5635-4781-D2705A2AE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4D4FF-8514-42E2-C489-8A48A848D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292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9E4CF-2C81-37F5-C521-1A7C42C81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25691-C1A7-B81B-5D2F-AAF745DB7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52D73-BAFD-2C7E-43A7-48F0EC677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A27B8-4A44-4604-8C88-654A7DC17CBA}" type="datetime1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EBDD6-65E2-981C-B052-0AC26962F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8C0D6-029A-041D-4079-517F668F6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3741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49F95-6A91-AECD-39C9-5BD50231F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FB418-B63E-11DA-B276-602FF7ABF4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3650E-490B-D309-8278-EB070E44B8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D2CA63-CAF7-2124-8EC3-C4E1DE2CB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9FB3D-E08B-4B21-80AC-86FEAFB3CB0F}" type="datetime1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93A42-C4A4-876E-BE07-54A7742D8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FADFE5-4FF2-A1F4-2763-C4D434C5F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49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6CD67-222D-0A04-4872-689352163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E9DC3-1456-355C-0DFC-2ADC7433F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C752C2-F278-2A31-33A0-8CBB11A7F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2A61C6-62D0-CD83-456A-C6FE5E7E43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837A6B-7D7A-80C0-D14E-8ACA7B6641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C1AAD3-2AC5-6E22-2FE4-93C651F24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2164D-0B9B-4233-94B1-5A3E9B4D1A58}" type="datetime1">
              <a:rPr lang="en-US" smtClean="0"/>
              <a:t>12/10/2024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F0D950-B0E8-27CC-09AA-5C5157ABD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EE3E06-3B03-0D48-3140-BFC082EE2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773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1EBF9-2261-E143-B067-DAEA5E879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0035D1-D678-499F-AFD9-5A4AE5BC8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4C29-C199-4058-A1C7-1A50598B9745}" type="datetime1">
              <a:rPr lang="en-US" smtClean="0"/>
              <a:t>12/10/2024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8FA0F7-853A-9563-2453-3FE415180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40327B-2810-878E-C11E-5D00E196B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5444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F95C38-B0AE-27FC-F85F-80AFCCA88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E796-9F91-441F-A890-72901E593859}" type="datetime1">
              <a:rPr lang="en-US" smtClean="0"/>
              <a:t>12/10/2024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AFCA33-D4C0-B036-E779-6483978F3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8CD05-7500-CE5F-B1AA-A1C4EB142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2429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07038-53B9-0DFB-2A5F-7ECC51456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A90B0-701B-2D6C-DF21-9E0A4FB2F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C8CCF6-BCCF-5089-1B78-B2BAD10CAC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746AC-5BF7-DE4C-8349-E50265D18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E64F6-D438-4111-AC5D-DFB3501E8412}" type="datetime1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FE14B7-FDAB-4461-3F67-FCDF57EB2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07E26A-C43B-E9EB-6DB9-170971FAC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711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A58D8-4758-2BBC-E234-27BF668D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81E194-39C7-398C-68DA-624EF33EAB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55A0A4-1FEF-FEB0-D9B9-B4D741D45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EEDD03-E915-5785-3139-010A0E195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88235-0F63-4F83-A204-5548E0915A10}" type="datetime1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001EE-7F59-B314-6F9F-0E8A4BB6A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C34E2F-7BCD-E7AA-2A50-1702D146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7320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02673-5EE8-96C0-CF30-D65404AE8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D1EB85-C801-7368-7168-D5EA9C2D7D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89008-AC93-CF71-0AD1-514AF60CE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3CC5B-5232-430F-A007-3D84F6C0A6F6}" type="datetime1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F22D1-C0BA-10E3-FAFF-3D80C047B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50178-1561-5A17-6275-8610518E6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29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90F3CE-ECAF-B724-AD26-D3C37CB704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6779CF-24C5-5DB6-4A6C-F851202DA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7111A-E8A1-29E6-BCC6-F3EF9B138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4AF3F-E9D3-4E71-B9D3-E66E9B77231F}" type="datetime1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87A6-F95D-A30E-FC2E-A254D9F56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AC3BF-5162-870A-5647-C14078EB0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490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366270-8B73-091E-B477-06E240A3D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65E37-BA15-61BB-96F7-EA7A9DFD1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AEC4C-96A1-58AF-54F9-11EB71B764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087074-1845-493E-93CA-23577DF3055C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0064C-C8C4-3B51-E588-F2BE6C27B7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885FC-85E1-132F-ADEC-9B81A376ED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6373E-61B5-40AE-986B-0199850C2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737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06FB87-9950-668E-8CC1-1AEEABAC0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F56397-299B-0543-3800-78AE8F114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FF07E-034C-71E4-3BBC-3D8C9D15BB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062CB-8878-49CA-B06F-1320EEC26B50}" type="datetime1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72CF9-57E2-7631-16A4-B5F36178E8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05156-E96B-CB50-6816-E4D5AFDA0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439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AE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A13B7F-60CD-1340-4771-0FC4E842DEB0}"/>
              </a:ext>
            </a:extLst>
          </p:cNvPr>
          <p:cNvSpPr txBox="1"/>
          <p:nvPr/>
        </p:nvSpPr>
        <p:spPr>
          <a:xfrm>
            <a:off x="539085" y="2555331"/>
            <a:ext cx="11113830" cy="1200329"/>
          </a:xfrm>
          <a:prstGeom prst="rect">
            <a:avLst/>
          </a:prstGeom>
          <a:noFill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4</a:t>
            </a: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 Control Structures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CCD7B0C-458C-7186-22A8-5EE5B59FE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7886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26FCC5-FDA3-CACE-6199-0F10F8F2955D}"/>
              </a:ext>
            </a:extLst>
          </p:cNvPr>
          <p:cNvSpPr txBox="1"/>
          <p:nvPr/>
        </p:nvSpPr>
        <p:spPr>
          <a:xfrm>
            <a:off x="2065360" y="1855484"/>
            <a:ext cx="5484732" cy="3669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for</a:t>
            </a:r>
          </a:p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if</a:t>
            </a:r>
          </a:p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switch</a:t>
            </a:r>
          </a:p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While</a:t>
            </a:r>
          </a:p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Supplementary Functions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A13B7F-60CD-1340-4771-0FC4E842DEB0}"/>
              </a:ext>
            </a:extLst>
          </p:cNvPr>
          <p:cNvSpPr txBox="1"/>
          <p:nvPr/>
        </p:nvSpPr>
        <p:spPr>
          <a:xfrm>
            <a:off x="623245" y="655094"/>
            <a:ext cx="11113830" cy="584775"/>
          </a:xfrm>
          <a:prstGeom prst="rect">
            <a:avLst/>
          </a:prstGeom>
          <a:solidFill>
            <a:srgbClr val="DCAED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4. Control Structures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CCD7B0C-458C-7186-22A8-5EE5B59FE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14E4D6-43FE-B9B7-FAF7-DFEE5823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DCAED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Control Structures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3503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F75CD-9385-8689-B6C1-BB240BDD5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869" y="2164240"/>
            <a:ext cx="886097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for: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3EADD19-4A31-0D43-3662-289F30473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447D7-D50A-32A5-99FE-99F21F3AE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DCAED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Control Structures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721509F-F9C3-3D1C-1276-749B043A3A6F}"/>
              </a:ext>
            </a:extLst>
          </p:cNvPr>
          <p:cNvGrpSpPr/>
          <p:nvPr/>
        </p:nvGrpSpPr>
        <p:grpSpPr>
          <a:xfrm>
            <a:off x="2397577" y="828317"/>
            <a:ext cx="7286354" cy="3976151"/>
            <a:chOff x="2514173" y="1518697"/>
            <a:chExt cx="7286354" cy="397615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DB62DFE-5189-3FB6-4649-14D33FBC16D3}"/>
                </a:ext>
              </a:extLst>
            </p:cNvPr>
            <p:cNvSpPr/>
            <p:nvPr/>
          </p:nvSpPr>
          <p:spPr>
            <a:xfrm>
              <a:off x="3181943" y="1518698"/>
              <a:ext cx="2148366" cy="454063"/>
            </a:xfrm>
            <a:prstGeom prst="rect">
              <a:avLst/>
            </a:prstGeom>
            <a:noFill/>
            <a:ln w="190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Loop Variable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E549877-1C6F-033A-F66D-FA2BB4D40920}"/>
                </a:ext>
              </a:extLst>
            </p:cNvPr>
            <p:cNvSpPr/>
            <p:nvPr/>
          </p:nvSpPr>
          <p:spPr>
            <a:xfrm>
              <a:off x="5393920" y="1518698"/>
              <a:ext cx="310858" cy="461287"/>
            </a:xfrm>
            <a:prstGeom prst="rect">
              <a:avLst/>
            </a:prstGeom>
            <a:noFill/>
            <a:ln w="190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=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DD26856-DA08-A714-8CB0-03DC85244232}"/>
                </a:ext>
              </a:extLst>
            </p:cNvPr>
            <p:cNvSpPr/>
            <p:nvPr/>
          </p:nvSpPr>
          <p:spPr>
            <a:xfrm>
              <a:off x="5768389" y="1518697"/>
              <a:ext cx="4032138" cy="454064"/>
            </a:xfrm>
            <a:prstGeom prst="rect">
              <a:avLst/>
            </a:prstGeom>
            <a:noFill/>
            <a:ln w="190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An Array </a:t>
              </a: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or </a:t>
              </a:r>
              <a:r>
                <a:rPr kumimoji="0" lang="en-US" sz="2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Start:Step:End</a:t>
              </a: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D063DD6-6058-28AA-7F4A-8FE32B8A73E1}"/>
                </a:ext>
              </a:extLst>
            </p:cNvPr>
            <p:cNvSpPr/>
            <p:nvPr/>
          </p:nvSpPr>
          <p:spPr>
            <a:xfrm>
              <a:off x="2514173" y="1518699"/>
              <a:ext cx="604159" cy="461287"/>
            </a:xfrm>
            <a:prstGeom prst="rect">
              <a:avLst/>
            </a:prstGeom>
            <a:noFill/>
            <a:ln w="285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for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6EB49AB-816F-DDB8-5A41-48A57F05A04B}"/>
                </a:ext>
              </a:extLst>
            </p:cNvPr>
            <p:cNvSpPr/>
            <p:nvPr/>
          </p:nvSpPr>
          <p:spPr>
            <a:xfrm>
              <a:off x="2514173" y="5033560"/>
              <a:ext cx="752205" cy="461288"/>
            </a:xfrm>
            <a:prstGeom prst="rect">
              <a:avLst/>
            </a:prstGeom>
            <a:noFill/>
            <a:ln w="285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end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80DC749-94C0-994F-FE3F-7C32A55FCF7C}"/>
                </a:ext>
              </a:extLst>
            </p:cNvPr>
            <p:cNvSpPr/>
            <p:nvPr/>
          </p:nvSpPr>
          <p:spPr>
            <a:xfrm>
              <a:off x="3970622" y="2405507"/>
              <a:ext cx="3738534" cy="2421500"/>
            </a:xfrm>
            <a:prstGeom prst="roundRect">
              <a:avLst/>
            </a:prstGeom>
            <a:noFill/>
            <a:ln w="381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Statement(s)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02F4B3A-B299-ABBD-1BA6-869E3E42ED88}"/>
              </a:ext>
            </a:extLst>
          </p:cNvPr>
          <p:cNvSpPr txBox="1"/>
          <p:nvPr/>
        </p:nvSpPr>
        <p:spPr>
          <a:xfrm>
            <a:off x="2218536" y="5137240"/>
            <a:ext cx="77636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1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for loop will be executed as many columns as the loop variable has</a:t>
            </a:r>
          </a:p>
        </p:txBody>
      </p:sp>
    </p:spTree>
    <p:extLst>
      <p:ext uri="{BB962C8B-B14F-4D97-AF65-F5344CB8AC3E}">
        <p14:creationId xmlns:p14="http://schemas.microsoft.com/office/powerpoint/2010/main" val="2800271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828A5-3BF3-09DC-38AE-861508EBC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538" y="2603337"/>
            <a:ext cx="779314" cy="1190721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if: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CAC7A00-8E46-CAC7-7C17-B883712BB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6DCEDC-2DBD-984F-1F52-5BA039D3A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DCAED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Control Structures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09AF2A7-C9C0-CC63-6061-9F86670A2DA7}"/>
              </a:ext>
            </a:extLst>
          </p:cNvPr>
          <p:cNvGrpSpPr/>
          <p:nvPr/>
        </p:nvGrpSpPr>
        <p:grpSpPr>
          <a:xfrm>
            <a:off x="4347772" y="308835"/>
            <a:ext cx="3114251" cy="5816035"/>
            <a:chOff x="3773007" y="327445"/>
            <a:chExt cx="3114251" cy="5816035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3C9871D3-A3E7-AD51-0898-35AF5AA694B4}"/>
                </a:ext>
              </a:extLst>
            </p:cNvPr>
            <p:cNvSpPr/>
            <p:nvPr/>
          </p:nvSpPr>
          <p:spPr>
            <a:xfrm>
              <a:off x="4912057" y="928751"/>
              <a:ext cx="1975201" cy="563082"/>
            </a:xfrm>
            <a:prstGeom prst="roundRect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Statement(s) 1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18FA336-0D48-31D3-95BC-E62BC396B65F}"/>
                </a:ext>
              </a:extLst>
            </p:cNvPr>
            <p:cNvSpPr/>
            <p:nvPr/>
          </p:nvSpPr>
          <p:spPr>
            <a:xfrm>
              <a:off x="3777975" y="342651"/>
              <a:ext cx="427423" cy="383954"/>
            </a:xfrm>
            <a:prstGeom prst="rect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17A635E-A5AE-46AB-C97D-8B859C74F8F7}"/>
                </a:ext>
              </a:extLst>
            </p:cNvPr>
            <p:cNvSpPr/>
            <p:nvPr/>
          </p:nvSpPr>
          <p:spPr>
            <a:xfrm>
              <a:off x="3773007" y="5760539"/>
              <a:ext cx="702697" cy="382941"/>
            </a:xfrm>
            <a:prstGeom prst="rect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end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4429C68-1B33-84FB-6A89-D15CE4A38A9C}"/>
                </a:ext>
              </a:extLst>
            </p:cNvPr>
            <p:cNvSpPr/>
            <p:nvPr/>
          </p:nvSpPr>
          <p:spPr>
            <a:xfrm>
              <a:off x="4470842" y="327445"/>
              <a:ext cx="1975200" cy="383954"/>
            </a:xfrm>
            <a:prstGeom prst="rect">
              <a:avLst/>
            </a:prstGeom>
            <a:noFill/>
            <a:ln w="190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(Condition(s) #1)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549827D-8C57-A1B1-F081-18CA70D05722}"/>
              </a:ext>
            </a:extLst>
          </p:cNvPr>
          <p:cNvGrpSpPr/>
          <p:nvPr/>
        </p:nvGrpSpPr>
        <p:grpSpPr>
          <a:xfrm>
            <a:off x="4347773" y="1728420"/>
            <a:ext cx="3112575" cy="1158413"/>
            <a:chOff x="3773008" y="1747030"/>
            <a:chExt cx="3112575" cy="115841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6AA7CB2-5A22-660B-9D03-78C8766C2385}"/>
                </a:ext>
              </a:extLst>
            </p:cNvPr>
            <p:cNvSpPr/>
            <p:nvPr/>
          </p:nvSpPr>
          <p:spPr>
            <a:xfrm>
              <a:off x="3773008" y="1747030"/>
              <a:ext cx="876227" cy="382941"/>
            </a:xfrm>
            <a:prstGeom prst="rect">
              <a:avLst/>
            </a:prstGeom>
            <a:noFill/>
            <a:ln w="19050" cap="flat" cmpd="sng" algn="ctr">
              <a:solidFill>
                <a:schemeClr val="accent1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elseif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1843122-486C-809E-B824-CF2FC22ECB28}"/>
                </a:ext>
              </a:extLst>
            </p:cNvPr>
            <p:cNvSpPr/>
            <p:nvPr/>
          </p:nvSpPr>
          <p:spPr>
            <a:xfrm>
              <a:off x="4858143" y="1753591"/>
              <a:ext cx="1975199" cy="382940"/>
            </a:xfrm>
            <a:prstGeom prst="rect">
              <a:avLst/>
            </a:prstGeom>
            <a:noFill/>
            <a:ln w="190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A5A5A5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(Condition(s) #2)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A61DABDC-8EAB-7F1D-B7C0-A1E18F288C06}"/>
                </a:ext>
              </a:extLst>
            </p:cNvPr>
            <p:cNvSpPr/>
            <p:nvPr/>
          </p:nvSpPr>
          <p:spPr>
            <a:xfrm>
              <a:off x="4910382" y="2342361"/>
              <a:ext cx="1975201" cy="563082"/>
            </a:xfrm>
            <a:prstGeom prst="roundRect">
              <a:avLst/>
            </a:prstGeom>
            <a:noFill/>
            <a:ln w="19050" cap="flat" cmpd="sng" algn="ctr">
              <a:solidFill>
                <a:schemeClr val="accent1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A5A5A5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Statement(s) 2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421F72-640F-1E7C-7DE0-3B44D93E515B}"/>
              </a:ext>
            </a:extLst>
          </p:cNvPr>
          <p:cNvGrpSpPr/>
          <p:nvPr/>
        </p:nvGrpSpPr>
        <p:grpSpPr>
          <a:xfrm>
            <a:off x="4347772" y="4567218"/>
            <a:ext cx="3112574" cy="1076732"/>
            <a:chOff x="3773007" y="4585828"/>
            <a:chExt cx="3112574" cy="107673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9728158-E918-71FC-27F6-E6549BFA8213}"/>
                </a:ext>
              </a:extLst>
            </p:cNvPr>
            <p:cNvSpPr/>
            <p:nvPr/>
          </p:nvSpPr>
          <p:spPr>
            <a:xfrm>
              <a:off x="3773007" y="4585828"/>
              <a:ext cx="789462" cy="382941"/>
            </a:xfrm>
            <a:prstGeom prst="rect">
              <a:avLst/>
            </a:prstGeom>
            <a:noFill/>
            <a:ln w="19050" cap="flat" cmpd="sng" algn="ctr">
              <a:solidFill>
                <a:schemeClr val="accent1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else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38A9E115-232C-9067-70AB-F578BF9DEF6B}"/>
                </a:ext>
              </a:extLst>
            </p:cNvPr>
            <p:cNvSpPr/>
            <p:nvPr/>
          </p:nvSpPr>
          <p:spPr>
            <a:xfrm>
              <a:off x="4910380" y="5040910"/>
              <a:ext cx="1975201" cy="621650"/>
            </a:xfrm>
            <a:prstGeom prst="roundRect">
              <a:avLst/>
            </a:prstGeom>
            <a:noFill/>
            <a:ln w="19050" cap="flat" cmpd="sng" algn="ctr">
              <a:solidFill>
                <a:schemeClr val="accent1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A5A5A5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Default Statement(s)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7562A41-C698-3047-0D71-FF61DB39DDE0}"/>
              </a:ext>
            </a:extLst>
          </p:cNvPr>
          <p:cNvGrpSpPr/>
          <p:nvPr/>
        </p:nvGrpSpPr>
        <p:grpSpPr>
          <a:xfrm>
            <a:off x="4347773" y="2263142"/>
            <a:ext cx="3112574" cy="2262043"/>
            <a:chOff x="3773008" y="2281752"/>
            <a:chExt cx="3112574" cy="226204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9116537-6986-CCCE-A9BE-2D6D02F6F296}"/>
                </a:ext>
              </a:extLst>
            </p:cNvPr>
            <p:cNvSpPr/>
            <p:nvPr/>
          </p:nvSpPr>
          <p:spPr>
            <a:xfrm>
              <a:off x="4858140" y="3423262"/>
              <a:ext cx="1975201" cy="379129"/>
            </a:xfrm>
            <a:prstGeom prst="rect">
              <a:avLst/>
            </a:prstGeom>
            <a:noFill/>
            <a:ln w="190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A5A5A5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(Condition(s) #n)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81C9347D-8128-8890-AE48-F381A78A88F1}"/>
                </a:ext>
              </a:extLst>
            </p:cNvPr>
            <p:cNvSpPr/>
            <p:nvPr/>
          </p:nvSpPr>
          <p:spPr>
            <a:xfrm>
              <a:off x="4910381" y="3980713"/>
              <a:ext cx="1975201" cy="563082"/>
            </a:xfrm>
            <a:prstGeom prst="roundRect">
              <a:avLst/>
            </a:prstGeom>
            <a:noFill/>
            <a:ln w="19050" cap="flat" cmpd="sng" algn="ctr">
              <a:solidFill>
                <a:schemeClr val="accent1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A5A5A5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Statement(s) n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AF923BC-0916-9329-2AA0-B7058135130B}"/>
                </a:ext>
              </a:extLst>
            </p:cNvPr>
            <p:cNvSpPr/>
            <p:nvPr/>
          </p:nvSpPr>
          <p:spPr>
            <a:xfrm>
              <a:off x="3773008" y="3411117"/>
              <a:ext cx="876227" cy="382941"/>
            </a:xfrm>
            <a:prstGeom prst="rect">
              <a:avLst/>
            </a:prstGeom>
            <a:noFill/>
            <a:ln w="19050" cap="flat" cmpd="sng" algn="ctr">
              <a:solidFill>
                <a:schemeClr val="accent1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elseif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8C64FFE-73E0-EFAE-64AC-AF63ABD621FC}"/>
                </a:ext>
              </a:extLst>
            </p:cNvPr>
            <p:cNvSpPr/>
            <p:nvPr/>
          </p:nvSpPr>
          <p:spPr>
            <a:xfrm>
              <a:off x="5775536" y="2951407"/>
              <a:ext cx="269966" cy="42364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.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.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8762FE2-4089-37D6-E863-BB4CA52F5753}"/>
                </a:ext>
              </a:extLst>
            </p:cNvPr>
            <p:cNvSpPr/>
            <p:nvPr/>
          </p:nvSpPr>
          <p:spPr>
            <a:xfrm>
              <a:off x="4078057" y="2281752"/>
              <a:ext cx="269966" cy="97758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. .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6531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4298A-A783-DB14-FE56-54145511D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930" y="2556921"/>
            <a:ext cx="1521823" cy="986003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switch: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DABC33-C9E8-C189-BF7F-E96A22088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B12D63-CFD8-0965-D370-085E6D7F4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DCAED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Control Structures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614C2D6-A6BD-B137-46FB-7E3A89DC0D02}"/>
              </a:ext>
            </a:extLst>
          </p:cNvPr>
          <p:cNvGrpSpPr/>
          <p:nvPr/>
        </p:nvGrpSpPr>
        <p:grpSpPr>
          <a:xfrm>
            <a:off x="4038600" y="487045"/>
            <a:ext cx="3964576" cy="5661211"/>
            <a:chOff x="4038600" y="487045"/>
            <a:chExt cx="3964576" cy="566121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0355949-C2EA-E327-44E2-740C6E9432A1}"/>
                </a:ext>
              </a:extLst>
            </p:cNvPr>
            <p:cNvSpPr/>
            <p:nvPr/>
          </p:nvSpPr>
          <p:spPr>
            <a:xfrm>
              <a:off x="4038600" y="487046"/>
              <a:ext cx="1079221" cy="297574"/>
            </a:xfrm>
            <a:prstGeom prst="rect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switch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A48DB2E-F452-BE3E-0FB3-4DFBCF3B42F8}"/>
                </a:ext>
              </a:extLst>
            </p:cNvPr>
            <p:cNvSpPr/>
            <p:nvPr/>
          </p:nvSpPr>
          <p:spPr>
            <a:xfrm>
              <a:off x="5261091" y="1093126"/>
              <a:ext cx="743963" cy="297574"/>
            </a:xfrm>
            <a:prstGeom prst="rect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case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ECC5FE9-AF22-6AF2-63EB-75EB3DDD6122}"/>
                </a:ext>
              </a:extLst>
            </p:cNvPr>
            <p:cNvSpPr/>
            <p:nvPr/>
          </p:nvSpPr>
          <p:spPr>
            <a:xfrm>
              <a:off x="4038600" y="5850682"/>
              <a:ext cx="663374" cy="297574"/>
            </a:xfrm>
            <a:prstGeom prst="rect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end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70857B-7468-739C-2637-C8715A5A52A1}"/>
                </a:ext>
              </a:extLst>
            </p:cNvPr>
            <p:cNvSpPr/>
            <p:nvPr/>
          </p:nvSpPr>
          <p:spPr>
            <a:xfrm>
              <a:off x="5216317" y="487045"/>
              <a:ext cx="2786859" cy="297574"/>
            </a:xfrm>
            <a:prstGeom prst="rect">
              <a:avLst/>
            </a:prstGeom>
            <a:noFill/>
            <a:ln w="190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Conditioning Variable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172FB52-DEA2-992A-E560-FA806672558C}"/>
                </a:ext>
              </a:extLst>
            </p:cNvPr>
            <p:cNvSpPr/>
            <p:nvPr/>
          </p:nvSpPr>
          <p:spPr>
            <a:xfrm>
              <a:off x="6077436" y="1099587"/>
              <a:ext cx="1213326" cy="297574"/>
            </a:xfrm>
            <a:prstGeom prst="rect">
              <a:avLst/>
            </a:prstGeom>
            <a:noFill/>
            <a:ln w="190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Value #1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EF2CA611-0BF8-1D09-2366-F8B64680907F}"/>
                </a:ext>
              </a:extLst>
            </p:cNvPr>
            <p:cNvSpPr/>
            <p:nvPr/>
          </p:nvSpPr>
          <p:spPr>
            <a:xfrm>
              <a:off x="6038205" y="1543242"/>
              <a:ext cx="1964971" cy="358839"/>
            </a:xfrm>
            <a:prstGeom prst="roundRect">
              <a:avLst/>
            </a:prstGeom>
            <a:noFill/>
            <a:ln w="19050" cap="flat" cmpd="sng" algn="ctr">
              <a:solidFill>
                <a:srgbClr val="0C74AD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Statement(s)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F40715B-1B80-EDCD-36B1-FA6823DAD598}"/>
              </a:ext>
            </a:extLst>
          </p:cNvPr>
          <p:cNvGrpSpPr/>
          <p:nvPr/>
        </p:nvGrpSpPr>
        <p:grpSpPr>
          <a:xfrm>
            <a:off x="5261091" y="2083730"/>
            <a:ext cx="2742086" cy="801271"/>
            <a:chOff x="5261091" y="2083730"/>
            <a:chExt cx="2742086" cy="80127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8B5D261-6B56-F6F2-DBD3-89BFAF2ED416}"/>
                </a:ext>
              </a:extLst>
            </p:cNvPr>
            <p:cNvSpPr/>
            <p:nvPr/>
          </p:nvSpPr>
          <p:spPr>
            <a:xfrm>
              <a:off x="5261091" y="2083730"/>
              <a:ext cx="743963" cy="297574"/>
            </a:xfrm>
            <a:prstGeom prst="rect">
              <a:avLst/>
            </a:prstGeom>
            <a:noFill/>
            <a:ln w="19050" cap="flat" cmpd="sng" algn="ctr">
              <a:solidFill>
                <a:schemeClr val="accent1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case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9AA5C7-12FA-0A51-CA30-9AAE38367B1D}"/>
                </a:ext>
              </a:extLst>
            </p:cNvPr>
            <p:cNvSpPr/>
            <p:nvPr/>
          </p:nvSpPr>
          <p:spPr>
            <a:xfrm>
              <a:off x="6077436" y="2083730"/>
              <a:ext cx="1213326" cy="297574"/>
            </a:xfrm>
            <a:prstGeom prst="rect">
              <a:avLst/>
            </a:prstGeom>
            <a:noFill/>
            <a:ln w="190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Value #2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9E8FC4ED-3832-7567-FD33-AEF23F370280}"/>
                </a:ext>
              </a:extLst>
            </p:cNvPr>
            <p:cNvSpPr/>
            <p:nvPr/>
          </p:nvSpPr>
          <p:spPr>
            <a:xfrm>
              <a:off x="6038205" y="2526162"/>
              <a:ext cx="1964972" cy="358839"/>
            </a:xfrm>
            <a:prstGeom prst="roundRect">
              <a:avLst/>
            </a:prstGeom>
            <a:noFill/>
            <a:ln w="19050" cap="flat" cmpd="sng" algn="ctr">
              <a:solidFill>
                <a:srgbClr val="0C74AD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Statement(s) 2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C2AC8C3-524A-3C86-5995-81F4CC68B08D}"/>
              </a:ext>
            </a:extLst>
          </p:cNvPr>
          <p:cNvGrpSpPr/>
          <p:nvPr/>
        </p:nvGrpSpPr>
        <p:grpSpPr>
          <a:xfrm>
            <a:off x="5261091" y="4636052"/>
            <a:ext cx="2742085" cy="1150975"/>
            <a:chOff x="5261091" y="4636052"/>
            <a:chExt cx="2742085" cy="11509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77AE666-CAEE-F523-041E-32D40E251415}"/>
                </a:ext>
              </a:extLst>
            </p:cNvPr>
            <p:cNvSpPr/>
            <p:nvPr/>
          </p:nvSpPr>
          <p:spPr>
            <a:xfrm>
              <a:off x="5261091" y="4636052"/>
              <a:ext cx="1457336" cy="297574"/>
            </a:xfrm>
            <a:prstGeom prst="rect">
              <a:avLst/>
            </a:prstGeom>
            <a:noFill/>
            <a:ln w="19050" cap="flat" cmpd="sng" algn="ctr">
              <a:solidFill>
                <a:schemeClr val="accent1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otherwise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B6CEC0F3-9777-8FCB-C45B-0BE59275263A}"/>
                </a:ext>
              </a:extLst>
            </p:cNvPr>
            <p:cNvSpPr/>
            <p:nvPr/>
          </p:nvSpPr>
          <p:spPr>
            <a:xfrm>
              <a:off x="6038204" y="5107691"/>
              <a:ext cx="1964972" cy="679336"/>
            </a:xfrm>
            <a:prstGeom prst="roundRect">
              <a:avLst/>
            </a:prstGeom>
            <a:noFill/>
            <a:ln w="19050" cap="flat" cmpd="sng" algn="ctr">
              <a:solidFill>
                <a:srgbClr val="0C74AD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Default Statement(s)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8C6BED9-702E-1716-926D-722D9F9E3D25}"/>
              </a:ext>
            </a:extLst>
          </p:cNvPr>
          <p:cNvGrpSpPr/>
          <p:nvPr/>
        </p:nvGrpSpPr>
        <p:grpSpPr>
          <a:xfrm>
            <a:off x="5261091" y="2587124"/>
            <a:ext cx="2742085" cy="1792556"/>
            <a:chOff x="5261091" y="2587124"/>
            <a:chExt cx="2742085" cy="179255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BFC9483-EA8B-4F13-49B9-ED15310A040F}"/>
                </a:ext>
              </a:extLst>
            </p:cNvPr>
            <p:cNvSpPr/>
            <p:nvPr/>
          </p:nvSpPr>
          <p:spPr>
            <a:xfrm>
              <a:off x="5261091" y="3577758"/>
              <a:ext cx="743963" cy="297574"/>
            </a:xfrm>
            <a:prstGeom prst="rect">
              <a:avLst/>
            </a:prstGeom>
            <a:noFill/>
            <a:ln w="19050" cap="flat" cmpd="sng" algn="ctr">
              <a:solidFill>
                <a:schemeClr val="accent1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case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1B175EB-D407-5328-8B05-2489CC671597}"/>
                </a:ext>
              </a:extLst>
            </p:cNvPr>
            <p:cNvSpPr/>
            <p:nvPr/>
          </p:nvSpPr>
          <p:spPr>
            <a:xfrm>
              <a:off x="6077436" y="3569287"/>
              <a:ext cx="1341675" cy="297574"/>
            </a:xfrm>
            <a:prstGeom prst="rect">
              <a:avLst/>
            </a:prstGeom>
            <a:noFill/>
            <a:ln w="190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Value #n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19E62333-8213-0375-F76E-4D593100FF23}"/>
                </a:ext>
              </a:extLst>
            </p:cNvPr>
            <p:cNvSpPr/>
            <p:nvPr/>
          </p:nvSpPr>
          <p:spPr>
            <a:xfrm>
              <a:off x="6038204" y="4020841"/>
              <a:ext cx="1964972" cy="358839"/>
            </a:xfrm>
            <a:prstGeom prst="roundRect">
              <a:avLst/>
            </a:prstGeom>
            <a:noFill/>
            <a:ln w="19050" cap="flat" cmpd="sng" algn="ctr">
              <a:solidFill>
                <a:srgbClr val="0C74AD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Statement(s) n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241E781-7CA0-63DB-7247-6E67B14B0D2A}"/>
                </a:ext>
              </a:extLst>
            </p:cNvPr>
            <p:cNvSpPr/>
            <p:nvPr/>
          </p:nvSpPr>
          <p:spPr>
            <a:xfrm>
              <a:off x="6594873" y="3002264"/>
              <a:ext cx="304025" cy="43235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.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.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F5DD9F3-C23B-F861-FDFC-C23DEBD478C5}"/>
                </a:ext>
              </a:extLst>
            </p:cNvPr>
            <p:cNvSpPr/>
            <p:nvPr/>
          </p:nvSpPr>
          <p:spPr>
            <a:xfrm>
              <a:off x="5481060" y="2587124"/>
              <a:ext cx="304025" cy="875665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.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. .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2837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F75CD-9385-8689-B6C1-BB240BDD5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3759" y="2310065"/>
            <a:ext cx="1338943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while: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3128620-9C50-8836-DDBA-4787EB6EC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2EDC6C-9BD4-0EF5-6BFB-F046D5F19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DCAED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Control Structures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C585BB5-6D63-F3E3-E668-6F78518A038E}"/>
              </a:ext>
            </a:extLst>
          </p:cNvPr>
          <p:cNvGrpSpPr/>
          <p:nvPr/>
        </p:nvGrpSpPr>
        <p:grpSpPr>
          <a:xfrm>
            <a:off x="4232365" y="966948"/>
            <a:ext cx="3597692" cy="3738157"/>
            <a:chOff x="2596942" y="1659719"/>
            <a:chExt cx="3597692" cy="373815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CCF2AF1-1B17-405F-8F8C-A51CF7327F33}"/>
                </a:ext>
              </a:extLst>
            </p:cNvPr>
            <p:cNvSpPr/>
            <p:nvPr/>
          </p:nvSpPr>
          <p:spPr>
            <a:xfrm>
              <a:off x="3834800" y="1659719"/>
              <a:ext cx="2159349" cy="409008"/>
            </a:xfrm>
            <a:prstGeom prst="rect">
              <a:avLst/>
            </a:prstGeom>
            <a:noFill/>
            <a:ln w="285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Condition(s)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51C6AE7-9C56-C8BB-174E-A3DED547FC69}"/>
                </a:ext>
              </a:extLst>
            </p:cNvPr>
            <p:cNvSpPr/>
            <p:nvPr/>
          </p:nvSpPr>
          <p:spPr>
            <a:xfrm>
              <a:off x="2596942" y="1659719"/>
              <a:ext cx="1166949" cy="409008"/>
            </a:xfrm>
            <a:prstGeom prst="rect">
              <a:avLst/>
            </a:prstGeom>
            <a:noFill/>
            <a:ln w="285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while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080A4C1-6714-9B6F-21B9-25B2BA1AD86B}"/>
                </a:ext>
              </a:extLst>
            </p:cNvPr>
            <p:cNvSpPr/>
            <p:nvPr/>
          </p:nvSpPr>
          <p:spPr>
            <a:xfrm>
              <a:off x="2596942" y="4988868"/>
              <a:ext cx="740132" cy="409008"/>
            </a:xfrm>
            <a:prstGeom prst="rect">
              <a:avLst/>
            </a:prstGeom>
            <a:noFill/>
            <a:ln w="285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end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734B002C-A79D-161F-3769-D6A868AC3686}"/>
                </a:ext>
              </a:extLst>
            </p:cNvPr>
            <p:cNvSpPr/>
            <p:nvPr/>
          </p:nvSpPr>
          <p:spPr>
            <a:xfrm>
              <a:off x="3634314" y="2548237"/>
              <a:ext cx="2560320" cy="2234762"/>
            </a:xfrm>
            <a:prstGeom prst="roundRect">
              <a:avLst/>
            </a:prstGeom>
            <a:noFill/>
            <a:ln w="381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Statement(s)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8B1D24D-879C-E6E1-9C5C-004FBAB2F119}"/>
              </a:ext>
            </a:extLst>
          </p:cNvPr>
          <p:cNvSpPr txBox="1"/>
          <p:nvPr/>
        </p:nvSpPr>
        <p:spPr>
          <a:xfrm>
            <a:off x="2832702" y="5195635"/>
            <a:ext cx="652659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1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While “Condition(s) = True”, The loop will be executed</a:t>
            </a:r>
          </a:p>
        </p:txBody>
      </p:sp>
    </p:spTree>
    <p:extLst>
      <p:ext uri="{BB962C8B-B14F-4D97-AF65-F5344CB8AC3E}">
        <p14:creationId xmlns:p14="http://schemas.microsoft.com/office/powerpoint/2010/main" val="2817879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34DDD-D49F-FC5E-A23E-6AE53E04D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Supplementary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177B2-D488-EC6E-751F-DB2E5EACB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8148" y="1940394"/>
            <a:ext cx="2024743" cy="3715366"/>
          </a:xfrm>
        </p:spPr>
        <p:txBody>
          <a:bodyPr>
            <a:normAutofit lnSpcReduction="10000"/>
          </a:bodyPr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chemeClr val="accent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break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accent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continue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pause ()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tic &amp; toc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E25C0B8-0464-F5D5-34E2-312D7404B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0871F0-AAF7-BB90-BEB0-07E76828B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DCAED5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Control Structures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7906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214</Words>
  <Application>Microsoft Office PowerPoint</Application>
  <PresentationFormat>Widescreen</PresentationFormat>
  <Paragraphs>77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Microsoft Sans Serif</vt:lpstr>
      <vt:lpstr>Times New Roman</vt:lpstr>
      <vt:lpstr>Office Theme</vt:lpstr>
      <vt:lpstr>1_Office Theme</vt:lpstr>
      <vt:lpstr>PowerPoint Presentation</vt:lpstr>
      <vt:lpstr>PowerPoint Presentation</vt:lpstr>
      <vt:lpstr>for:</vt:lpstr>
      <vt:lpstr>if:</vt:lpstr>
      <vt:lpstr>switch:</vt:lpstr>
      <vt:lpstr>while:</vt:lpstr>
      <vt:lpstr>Supplementary Functions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Tamaas</dc:creator>
  <cp:lastModifiedBy>Tamas Publishing house</cp:lastModifiedBy>
  <cp:revision>32</cp:revision>
  <dcterms:created xsi:type="dcterms:W3CDTF">2024-03-14T08:04:31Z</dcterms:created>
  <dcterms:modified xsi:type="dcterms:W3CDTF">2024-12-10T08:47:09Z</dcterms:modified>
</cp:coreProperties>
</file>