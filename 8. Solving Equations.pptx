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328" r:id="rId4"/>
    <p:sldId id="302" r:id="rId5"/>
    <p:sldId id="301" r:id="rId6"/>
    <p:sldId id="30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. Solving Equations" id="{17710070-0C64-4245-B282-1837C9BAA4EA}">
          <p14:sldIdLst>
            <p14:sldId id="260"/>
            <p14:sldId id="328"/>
            <p14:sldId id="302"/>
            <p14:sldId id="301"/>
            <p14:sldId id="303"/>
          </p14:sldIdLst>
        </p14:section>
        <p14:section name="Default Section" id="{91DF94F0-A1C7-492E-9EF7-A31DA140D4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DB588-32AB-0962-9E32-A41B61FF0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D94E8-6955-5617-4CE1-F331205B6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C9B5-5A54-2577-65AA-CCCAF897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E91EA-5F3D-E7C7-329B-0D1DD479F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B1520-20EB-9DB4-7E8C-D2F263E2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9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9224-A3D4-B7CB-CCB9-B9E4566B1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B31F9-A488-B706-65B4-A5DE581EC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ABFFF-92C7-1886-FA4B-5E5385D6A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F0CC2-5848-561A-1AE2-A835F9D5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EEF2F-53E8-07FC-D934-A76606A4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993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6E5FB-6568-D762-4EDF-5F8BF26E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A937-C664-E1A8-8A0C-4361CFFEF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8416C-5F00-6B2E-8B1B-F6F4BE89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69A7-A406-EF4C-1847-ED046062F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BBB72-255F-E827-F06F-134618D9C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9810-E674-A2E3-A469-AD67E7A5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3233F-2F5A-0547-BD95-5302A55F0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830E7-7EA4-4222-8972-A1F0C6F447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0FAA2-69F2-23E6-9EFB-956455F7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9CA4C-C7CC-6FF2-E518-3F51184B7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3B0D6-FDDC-D6B5-101F-E00B3988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8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EA95-C95D-7D45-2852-57A72918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44231-92B8-4BCD-2E44-F3EAAC5D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54B33-2C93-35CA-D469-A4FA68483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56E9B-7162-D6C2-0D15-6C728651B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00427-EE3B-21D6-F138-C8894B93F2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47FD0-4494-E418-9A5C-CAE5C1BA8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54767-36C8-D8B9-10C5-153F609A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AD1374-95FD-5B25-BE05-6145B741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5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431B-AB87-272C-1F89-495CAC89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35786-0BFF-A2C0-478D-6BEB662B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FE0EA-7384-46A9-6725-66638BBDD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574B4-41D9-3BE5-3EF8-1FDAE60D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3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A74B01-414B-AB4F-E2FA-5EB2A271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98C1DE-01AE-6232-FF42-2F35A7910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4BBEA-EAAC-5E21-C5E5-610DADE2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5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2B79-9044-2992-C465-23CA9560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6C70E-7808-EE73-463C-A5EFDAA1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02178-9091-AA3F-A7D4-F23E13078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B9D0A-90D9-5DF1-AF7A-7B27953D5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5B8F2-4BB2-C03D-9445-F996F72AC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18E3A-321A-0940-BDDA-7D6A54CBC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3FA9-8CF2-E788-04C0-509BFDD3C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C179B-295F-3537-F744-A5338B04A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46827-71C6-53B2-09DA-4829D71BA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BA076-9408-520E-471B-EC1B4F9B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9C97A-1D42-DBDF-18A7-F21ABD564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38524-6B51-F7E0-4359-1464C78D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2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4DC0-80EF-B0A2-2D9E-AD3168C4E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92206E-5E08-7948-FEF4-E0EC79FFF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9E6C4-8E1B-FBF3-45E7-8FA3249A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060D4-07BB-B33F-AFB6-1FB8A865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CBF83-013E-AFE4-957F-A87D8DB4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6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6FD20C-6766-5B90-9CE5-796DD7DF8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1ABE4-4221-C96E-F98B-09ED39B13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DA53-9DB8-2301-22F1-67D5652BA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83772-08B7-67AD-050B-2EAD6265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A2BB0-9126-588D-CBF5-13FA2304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3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438C-8B49-D8A5-994C-FBD73405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80F479-EC1D-D796-CDA7-C681C737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B1CDF-40A4-E48C-6671-8C935D58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1A27C-4551-4478-9B75-254A3A54CD18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29515-B0CB-CEFA-2CE0-B29B8089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7C336-A8F4-33AB-9754-78685F28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9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F6F6-2405-E2E0-8AA8-E5D075C6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6CFF-4267-FDD1-1FCC-FB14F4B47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EEBC3-E222-8D42-6275-A3C862D5F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4BD44-8273-4EEB-9B8C-1475E996FC43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7962-01DD-5635-4781-D2705A2A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D4FF-8514-42E2-C489-8A48A848D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79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E4CF-2C81-37F5-C521-1A7C42C8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25691-C1A7-B81B-5D2F-AAF745DB7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2D73-BAFD-2C7E-43A7-48F0EC67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27B8-4A44-4604-8C88-654A7DC17CBA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BDD6-65E2-981C-B052-0AC26962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C0D6-029A-041D-4079-517F668F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93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9F95-6A91-AECD-39C9-5BD50231F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B418-B63E-11DA-B276-602FF7AB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3650E-490B-D309-8278-EB070E44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2CA63-CAF7-2124-8EC3-C4E1DE2CB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9FB3D-E08B-4B21-80AC-86FEAFB3CB0F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93A42-C4A4-876E-BE07-54A7742D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DFE5-4FF2-A1F4-2763-C4D434C5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80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CD67-222D-0A04-4872-689352163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9DC3-1456-355C-0DFC-2ADC7433F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752C2-F278-2A31-33A0-8CBB11A7F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A61C6-62D0-CD83-456A-C6FE5E7E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837A6B-7D7A-80C0-D14E-8ACA7B66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1AAD3-2AC5-6E22-2FE4-93C651F2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2164D-0B9B-4233-94B1-5A3E9B4D1A58}" type="datetime1">
              <a:rPr lang="en-US" smtClean="0"/>
              <a:t>12/10/2024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F0D950-B0E8-27CC-09AA-5C5157AB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E3E06-3B03-0D48-3140-BFC082EE2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84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EBF9-2261-E143-B067-DAEA5E87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35D1-D678-499F-AFD9-5A4AE5BC8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54C29-C199-4058-A1C7-1A50598B9745}" type="datetime1">
              <a:rPr lang="en-US" smtClean="0"/>
              <a:t>12/10/2024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FA0F7-853A-9563-2453-3FE415180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0327B-2810-878E-C11E-5D00E196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61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F95C38-B0AE-27FC-F85F-80AFCCA8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1E796-9F91-441F-A890-72901E593859}" type="datetime1">
              <a:rPr lang="en-US" smtClean="0"/>
              <a:t>12/10/2024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FCA33-D4C0-B036-E779-6483978F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CD05-7500-CE5F-B1AA-A1C4EB14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917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7038-53B9-0DFB-2A5F-7ECC5145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A90B0-701B-2D6C-DF21-9E0A4FB2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CCF6-BCCF-5089-1B78-B2BAD10CA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746AC-5BF7-DE4C-8349-E50265D18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E64F6-D438-4111-AC5D-DFB3501E8412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E14B7-FDAB-4461-3F67-FCDF57EB2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7E26A-C43B-E9EB-6DB9-170971FA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654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58D8-4758-2BBC-E234-27BF668D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1E194-39C7-398C-68DA-624EF33E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5A0A4-1FEF-FEB0-D9B9-B4D741D45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EDD03-E915-5785-3139-010A0E195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8235-0F63-4F83-A204-5548E0915A10}" type="datetime1">
              <a:rPr lang="en-US" smtClean="0"/>
              <a:t>12/10/2024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001EE-7F59-B314-6F9F-0E8A4BB6A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34E2F-7BCD-E7AA-2A50-1702D146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62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02673-5EE8-96C0-CF30-D65404AE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1EB85-C801-7368-7168-D5EA9C2D7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9008-AC93-CF71-0AD1-514AF60C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CC5B-5232-430F-A007-3D84F6C0A6F6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F22D1-C0BA-10E3-FAFF-3D80C047B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50178-1561-5A17-6275-8610518E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72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0F3CE-ECAF-B724-AD26-D3C37CB70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779CF-24C5-5DB6-4A6C-F851202D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111A-E8A1-29E6-BCC6-F3EF9B13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4AF3F-E9D3-4E71-B9D3-E66E9B77231F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87A6-F95D-A30E-FC2E-A254D9F5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AC3BF-5162-870A-5647-C14078EB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399FEC-0E07-5E7B-4FE1-E2A7AB03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86AFF-0B38-3D11-84E3-00828620F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8D9B9-8D81-80A1-6BC3-56754E62B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54D82-50FD-4524-B180-BC10574AF9A0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1B7A2-5CFC-A2C4-5B96-5AB9A01AF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89E13-3F6C-F984-FF16-214849B42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08BED-F1DC-4131-A8F4-1B4DFE137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23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6FB87-9950-668E-8CC1-1AEEABAC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56397-299B-0543-3800-78AE8F114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F07E-034C-71E4-3BBC-3D8C9D15B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062CB-8878-49CA-B06F-1320EEC26B50}" type="datetime1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72CF9-57E2-7631-16A4-B5F36178E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5156-E96B-CB50-6816-E4D5AFDA0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D4308-91BB-4265-9C8C-DC210F16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1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71B074-B54D-461A-3821-51BF62783BC9}"/>
              </a:ext>
            </a:extLst>
          </p:cNvPr>
          <p:cNvSpPr txBox="1"/>
          <p:nvPr/>
        </p:nvSpPr>
        <p:spPr>
          <a:xfrm>
            <a:off x="539085" y="2469607"/>
            <a:ext cx="11113830" cy="1200329"/>
          </a:xfrm>
          <a:prstGeom prst="rect">
            <a:avLst/>
          </a:prstGeom>
          <a:noFill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8</a:t>
            </a:r>
            <a:r>
              <a:rPr kumimoji="0" 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. Solving Equations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3FC704-0EE3-C466-6EE9-41FAF899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5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36A11E-4CED-978E-B8EC-8712572E29A9}"/>
              </a:ext>
            </a:extLst>
          </p:cNvPr>
          <p:cNvSpPr txBox="1"/>
          <p:nvPr/>
        </p:nvSpPr>
        <p:spPr>
          <a:xfrm>
            <a:off x="1499571" y="1565444"/>
            <a:ext cx="6776828" cy="3727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Symbolic and Polynomial Equations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Linear Equation Systems</a:t>
            </a:r>
          </a:p>
          <a:p>
            <a:pPr marL="285750" marR="0" lvl="0" indent="-285750" algn="l" defTabSz="914400" rtl="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Integration and Differential Equations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1B074-B54D-461A-3821-51BF62783BC9}"/>
              </a:ext>
            </a:extLst>
          </p:cNvPr>
          <p:cNvSpPr txBox="1"/>
          <p:nvPr/>
        </p:nvSpPr>
        <p:spPr>
          <a:xfrm>
            <a:off x="623245" y="655094"/>
            <a:ext cx="11113830" cy="584775"/>
          </a:xfrm>
          <a:prstGeom prst="rect">
            <a:avLst/>
          </a:prstGeom>
          <a:solidFill>
            <a:srgbClr val="F0DCFF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8. Solving Equations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3FC704-0EE3-C466-6EE9-41FAF899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C49C5E-20AA-9EED-5699-14460FEA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0DCFF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Equation Solving</a:t>
            </a:r>
          </a:p>
        </p:txBody>
      </p:sp>
    </p:spTree>
    <p:extLst>
      <p:ext uri="{BB962C8B-B14F-4D97-AF65-F5344CB8AC3E}">
        <p14:creationId xmlns:p14="http://schemas.microsoft.com/office/powerpoint/2010/main" val="343142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2F39-F95D-BD3F-C5C3-D69952D3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Symbolic and Polynomial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1A03F-36D5-69A9-37DC-11B6FBE96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75BDD3-550F-B437-5556-83AAB7AC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E65681-3B3B-2FD3-39F6-1ACFEA05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0DCFF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Equation Solving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580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7A7C-17D2-00F3-547F-567E430BB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Linear Equation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87CD-C2FA-1FB0-BA6F-7FEC1E937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71FDFF-39C5-E5DA-6294-C4C29A98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3AC2F-946F-2853-057C-E569C5B44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0DCFF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Equation Solving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7141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076F-CAB8-96AD-D80E-C230E2BD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Integration and Differential Equations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6B25E-647E-2C78-EE1D-637232150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D1FD26A-4C98-183D-D862-DD325796E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AD4308-91BB-4265-9C8C-DC210F1608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2F345-9BB5-1D26-90E7-D927C06B4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rgbClr val="F0DCFF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8. Equation Solving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367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Microsoft Sans Serif</vt:lpstr>
      <vt:lpstr>Times New Roman</vt:lpstr>
      <vt:lpstr>Office Theme</vt:lpstr>
      <vt:lpstr>1_Office Theme</vt:lpstr>
      <vt:lpstr>PowerPoint Presentation</vt:lpstr>
      <vt:lpstr>PowerPoint Presentation</vt:lpstr>
      <vt:lpstr>Symbolic and Polynomial Equations</vt:lpstr>
      <vt:lpstr>Linear Equation Systems</vt:lpstr>
      <vt:lpstr>Integration and Differential Equations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Tamaas</dc:creator>
  <cp:lastModifiedBy>Tamas Publishing house</cp:lastModifiedBy>
  <cp:revision>2</cp:revision>
  <dcterms:created xsi:type="dcterms:W3CDTF">2024-03-14T08:07:10Z</dcterms:created>
  <dcterms:modified xsi:type="dcterms:W3CDTF">2024-12-10T08:54:06Z</dcterms:modified>
</cp:coreProperties>
</file>