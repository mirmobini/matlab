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3" r:id="rId3"/>
    <p:sldId id="349" r:id="rId4"/>
    <p:sldId id="304" r:id="rId5"/>
    <p:sldId id="305" r:id="rId6"/>
    <p:sldId id="306" r:id="rId7"/>
    <p:sldId id="32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5. Visualization" id="{19E44366-9982-4712-BB76-1469B9FD2625}">
          <p14:sldIdLst>
            <p14:sldId id="263"/>
            <p14:sldId id="349"/>
            <p14:sldId id="304"/>
            <p14:sldId id="305"/>
            <p14:sldId id="306"/>
            <p14:sldId id="32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2C027-A21D-4129-4E54-DF218E3641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7BB295-1459-1949-1746-50E74E1711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FFDF7-9DD2-1188-46AD-53AAD48DC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ECE2B-ED27-4E63-9EA2-909BE2534A0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1A6F0F-9822-AFEE-0FB1-5A2CC6ADB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1DF38-10C7-5802-9AEA-128D608FE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22C9B-CFED-41EF-A40C-3C7D51594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991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1E3DE-A432-9B88-4C69-44FAAAE8D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A5CEB-D28B-28A9-B1F6-A720757D2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616F0-6DFF-C32D-544A-3F13EDFDF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ECE2B-ED27-4E63-9EA2-909BE2534A0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C678A-E288-778B-FB4E-9E53D882E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79194-6AE6-73C2-5874-66331AA35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22C9B-CFED-41EF-A40C-3C7D51594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407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ABC27-E731-6D7A-CFBD-52199C4EF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E157D-4D09-D6C9-9372-71A9ABE147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09F704-4EAE-5CA4-CB4E-3B3C421EB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ECE2B-ED27-4E63-9EA2-909BE2534A0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7633C-4362-239D-216D-EAF250DDE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E88A0E-1EEA-2E0F-C9BD-9E386C090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22C9B-CFED-41EF-A40C-3C7D51594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436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A3922-4995-9013-0D54-7DCB9648A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7314B-CFCE-D25D-0738-A1EB26CE7B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8FBE65-B16C-D98B-9F48-A8449E6E21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FEAF63-E881-CD76-ADEF-29544EE27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ECE2B-ED27-4E63-9EA2-909BE2534A0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2C7455-CC81-618C-35A3-865F874E3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CA847E-9468-A779-6BF0-9C7A818F9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22C9B-CFED-41EF-A40C-3C7D51594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982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12A66-2B4C-0505-60A7-77C6AFAFD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AFD37D-7407-5EDB-8E16-BCC32DF16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AACD5C-9F35-4766-4941-3B1965C97A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4CA198-494D-8759-C155-EF21FDB3A5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196170-781A-9794-CA3C-53D469B130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4FC298-7602-1E4A-0D99-B3EF50FB7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ECE2B-ED27-4E63-9EA2-909BE2534A0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278BB6-F0C0-5301-B0F7-3A735369B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D16717-49EF-05E1-DE87-1E653414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22C9B-CFED-41EF-A40C-3C7D51594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194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24A7E-F238-2681-4D70-DD309A487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392CFF-8143-954B-A1B7-0A796FE4C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ECE2B-ED27-4E63-9EA2-909BE2534A0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EDC99A-57F8-5FE9-3C2C-0F7A95A16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876CAD-9201-5D56-8AB4-A7AFA0BB0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22C9B-CFED-41EF-A40C-3C7D51594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547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7F483-C936-202C-470E-6A6CAEEA8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ECE2B-ED27-4E63-9EA2-909BE2534A0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ACF3A1-2990-A764-FD0D-766AD703B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49AACA-66A0-71B7-78E6-E73C14066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22C9B-CFED-41EF-A40C-3C7D51594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852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0A7AD-3B11-C1C4-8628-266C474BF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128C4-939D-F870-7D38-2B622AE99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A2D24D-9A04-3F14-3B3C-ADB216EA1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8DD1A5-26DF-222A-ECBC-D394CC13E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ECE2B-ED27-4E63-9EA2-909BE2534A0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F5DB0D-05AC-8BC7-DBD3-767AEC878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4EB8BC-A5D1-EF39-BF11-204E525A7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22C9B-CFED-41EF-A40C-3C7D51594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401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A0A37-897C-9896-B4BA-6FF6831CD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B99696-19E6-444F-F6E2-83F0822731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452A16-C2A7-D730-C90B-9F6C0A979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2188C4-8AAC-4561-BD72-1E384671B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ECE2B-ED27-4E63-9EA2-909BE2534A0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67FD06-87B9-0760-1BD5-88C70F804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8E2AE4-E89C-DF77-04E3-B7CE160C8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22C9B-CFED-41EF-A40C-3C7D51594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91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787D8-DD65-5CCC-7189-1AB714756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B50465-FA54-357D-C845-8658587925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2A886-6767-44D8-D4A9-18DB5A0F2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ECE2B-ED27-4E63-9EA2-909BE2534A0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04AA9-C0A5-6138-8E47-D6A3C4654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6A633-955F-D101-E530-E155F21F6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22C9B-CFED-41EF-A40C-3C7D51594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097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7E7C0E-853B-BC7D-6EA1-BB784D011E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C688DA-3391-F739-401B-32AC948F1C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601F3-E9AF-82F7-3BAC-DF5DA646F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ECE2B-ED27-4E63-9EA2-909BE2534A0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4A97F-C8DB-EB26-A135-6277F9624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3340E-1D86-C985-6708-0E549F58E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22C9B-CFED-41EF-A40C-3C7D51594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5548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3438C-8B49-D8A5-994C-FBD73405C2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80F479-EC1D-D796-CDA7-C681C73748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B1CDF-40A4-E48C-6671-8C935D58D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1A27C-4551-4478-9B75-254A3A54CD18}" type="datetime1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29515-B0CB-CEFA-2CE0-B29B8089E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7C336-A8F4-33AB-9754-78685F281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065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EF6F6-2405-E2E0-8AA8-E5D075C6E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46CFF-4267-FDD1-1FCC-FB14F4B47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2EEBC3-E222-8D42-6275-A3C862D5F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4BD44-8273-4EEB-9B8C-1475E996FC43}" type="datetime1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47962-01DD-5635-4781-D2705A2AE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4D4FF-8514-42E2-C489-8A48A848D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5947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9E4CF-2C81-37F5-C521-1A7C42C81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725691-C1A7-B81B-5D2F-AAF745DB7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52D73-BAFD-2C7E-43A7-48F0EC677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A27B8-4A44-4604-8C88-654A7DC17CBA}" type="datetime1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EBDD6-65E2-981C-B052-0AC26962F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8C0D6-029A-041D-4079-517F668F6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7896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49F95-6A91-AECD-39C9-5BD50231F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FB418-B63E-11DA-B276-602FF7ABF4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3650E-490B-D309-8278-EB070E44B8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D2CA63-CAF7-2124-8EC3-C4E1DE2CB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9FB3D-E08B-4B21-80AC-86FEAFB3CB0F}" type="datetime1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493A42-C4A4-876E-BE07-54A7742D8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FADFE5-4FF2-A1F4-2763-C4D434C5F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2381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6CD67-222D-0A04-4872-689352163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E9DC3-1456-355C-0DFC-2ADC7433FF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C752C2-F278-2A31-33A0-8CBB11A7F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2A61C6-62D0-CD83-456A-C6FE5E7E43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837A6B-7D7A-80C0-D14E-8ACA7B6641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C1AAD3-2AC5-6E22-2FE4-93C651F24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2164D-0B9B-4233-94B1-5A3E9B4D1A58}" type="datetime1">
              <a:rPr lang="en-US" smtClean="0"/>
              <a:t>2/12/2025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F0D950-B0E8-27CC-09AA-5C5157ABD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EE3E06-3B03-0D48-3140-BFC082EE2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02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1EBF9-2261-E143-B067-DAEA5E879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0035D1-D678-499F-AFD9-5A4AE5BC8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4C29-C199-4058-A1C7-1A50598B9745}" type="datetime1">
              <a:rPr lang="en-US" smtClean="0"/>
              <a:t>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8FA0F7-853A-9563-2453-3FE415180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40327B-2810-878E-C11E-5D00E196B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550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F95C38-B0AE-27FC-F85F-80AFCCA88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E796-9F91-441F-A890-72901E593859}" type="datetime1">
              <a:rPr lang="en-US" smtClean="0"/>
              <a:t>2/12/2025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AFCA33-D4C0-B036-E779-6483978F3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08CD05-7500-CE5F-B1AA-A1C4EB142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0147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07038-53B9-0DFB-2A5F-7ECC51456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A90B0-701B-2D6C-DF21-9E0A4FB2F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C8CCF6-BCCF-5089-1B78-B2BAD10CAC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7746AC-5BF7-DE4C-8349-E50265D18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E64F6-D438-4111-AC5D-DFB3501E8412}" type="datetime1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FE14B7-FDAB-4461-3F67-FCDF57EB2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07E26A-C43B-E9EB-6DB9-170971FAC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0962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A58D8-4758-2BBC-E234-27BF668D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81E194-39C7-398C-68DA-624EF33EAB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55A0A4-1FEF-FEB0-D9B9-B4D741D45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EEDD03-E915-5785-3139-010A0E195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88235-0F63-4F83-A204-5548E0915A10}" type="datetime1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001EE-7F59-B314-6F9F-0E8A4BB6A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C34E2F-7BCD-E7AA-2A50-1702D146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3795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02673-5EE8-96C0-CF30-D65404AE8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D1EB85-C801-7368-7168-D5EA9C2D7D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89008-AC93-CF71-0AD1-514AF60CE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3CC5B-5232-430F-A007-3D84F6C0A6F6}" type="datetime1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F22D1-C0BA-10E3-FAFF-3D80C047B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50178-1561-5A17-6275-8610518E6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7087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90F3CE-ECAF-B724-AD26-D3C37CB704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6779CF-24C5-5DB6-4A6C-F851202DAC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7111A-E8A1-29E6-BCC6-F3EF9B138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4AF3F-E9D3-4E71-B9D3-E66E9B77231F}" type="datetime1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87A6-F95D-A30E-FC2E-A254D9F56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AC3BF-5162-870A-5647-C14078EB0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03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DB30E8-2CF2-9CD1-3986-4AFF1BA96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1F5ADD-368F-7BB9-A21A-DA3A343F54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5322C-F4F8-FD8D-D08E-B22829B594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9ECE2B-ED27-4E63-9EA2-909BE2534A0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FBAD8-4CC8-DC56-5F5F-DDF647A6F8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349AAF-6453-575D-1321-FB3AA2F117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722C9B-CFED-41EF-A40C-3C7D51594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266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06FB87-9950-668E-8CC1-1AEEABAC0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F56397-299B-0543-3800-78AE8F114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FF07E-034C-71E4-3BBC-3D8C9D15BB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0062CB-8878-49CA-B06F-1320EEC26B50}" type="datetime1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72CF9-57E2-7631-16A4-B5F36178E8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05156-E96B-CB50-6816-E4D5AFDA0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290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AA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89609B9-7790-EFE5-43DE-BB4BA16823B0}"/>
              </a:ext>
            </a:extLst>
          </p:cNvPr>
          <p:cNvSpPr txBox="1"/>
          <p:nvPr/>
        </p:nvSpPr>
        <p:spPr>
          <a:xfrm>
            <a:off x="539085" y="2598194"/>
            <a:ext cx="11113830" cy="1200329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5</a:t>
            </a: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 Visualization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27D3F0-8CAF-882D-5532-D511D674C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2321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AADA">
            <a:alpha val="4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7474F3-458D-627D-44A0-72E550634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1CBBE07-3206-9976-E0B9-2A9EE25D0C32}"/>
              </a:ext>
            </a:extLst>
          </p:cNvPr>
          <p:cNvSpPr txBox="1"/>
          <p:nvPr/>
        </p:nvSpPr>
        <p:spPr>
          <a:xfrm>
            <a:off x="539085" y="2597949"/>
            <a:ext cx="11113830" cy="830997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5-1.  2-D Visualization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0B37646-34B9-2D42-872E-102E6C913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8034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1E559-095E-2C5D-E256-7FFDFAAD1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2-D Visualization -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Functions</a:t>
            </a:r>
            <a:endParaRPr 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68827-B5B0-9145-D878-EAF86771F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8391" y="2001718"/>
            <a:ext cx="1727650" cy="3122218"/>
          </a:xfr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360000" indent="-360000">
              <a:lnSpc>
                <a:spcPct val="150000"/>
              </a:lnSpc>
              <a:spcBef>
                <a:spcPts val="600"/>
              </a:spcBef>
            </a:pP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figure</a:t>
            </a:r>
          </a:p>
          <a:p>
            <a:pPr marL="360000" indent="-360000">
              <a:lnSpc>
                <a:spcPct val="150000"/>
              </a:lnSpc>
              <a:spcBef>
                <a:spcPts val="600"/>
              </a:spcBef>
            </a:pP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plot</a:t>
            </a:r>
          </a:p>
          <a:p>
            <a:pPr marL="360000" indent="-360000">
              <a:lnSpc>
                <a:spcPct val="150000"/>
              </a:lnSpc>
              <a:spcBef>
                <a:spcPts val="600"/>
              </a:spcBef>
            </a:pP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subplot</a:t>
            </a:r>
          </a:p>
          <a:p>
            <a:pPr marL="360000" indent="-360000">
              <a:lnSpc>
                <a:spcPct val="150000"/>
              </a:lnSpc>
              <a:spcBef>
                <a:spcPts val="600"/>
              </a:spcBef>
            </a:pP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hold</a:t>
            </a:r>
          </a:p>
          <a:p>
            <a:pPr marL="360000" indent="-360000">
              <a:lnSpc>
                <a:spcPct val="150000"/>
              </a:lnSpc>
              <a:spcBef>
                <a:spcPts val="600"/>
              </a:spcBef>
            </a:pP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grid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E75CC0-476A-5A46-CB0D-F9F91177E43C}"/>
              </a:ext>
            </a:extLst>
          </p:cNvPr>
          <p:cNvSpPr txBox="1"/>
          <p:nvPr/>
        </p:nvSpPr>
        <p:spPr>
          <a:xfrm>
            <a:off x="5746691" y="2001718"/>
            <a:ext cx="2320255" cy="2469202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60000" marR="0" lvl="0" indent="-3600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colorbar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360000" marR="0" lvl="0" indent="-3600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colormap</a:t>
            </a:r>
          </a:p>
          <a:p>
            <a:pPr marL="360000" marR="0" lvl="0" indent="-3600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cla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clf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360000" marR="0" lvl="0" indent="-3600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zoom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D2FFAE-1526-5430-EC3D-1654795E7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B1D3C-737C-0B07-A0DE-50F177D79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rgbClr val="B2AADA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5-1.  2-D Visualization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C4737A-B1F4-840E-A62B-0DC20EBB6DB9}"/>
              </a:ext>
            </a:extLst>
          </p:cNvPr>
          <p:cNvSpPr txBox="1"/>
          <p:nvPr/>
        </p:nvSpPr>
        <p:spPr>
          <a:xfrm>
            <a:off x="3023186" y="2012755"/>
            <a:ext cx="2452594" cy="3100144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360000" marR="0" lvl="0" indent="-3600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title, legend</a:t>
            </a:r>
          </a:p>
          <a:p>
            <a:pPr marL="360000" marR="0" lvl="0" indent="-3600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x/y/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zlabel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360000" marR="0" lvl="0" indent="-3600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x/y/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zticklabels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360000" marR="0" lvl="0" indent="-3600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x/y/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zlim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axis</a:t>
            </a:r>
          </a:p>
          <a:p>
            <a:pPr marL="360000" marR="0" lvl="0" indent="-3600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text,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gtext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4508A1-5414-BC65-9631-9AB41014F395}"/>
              </a:ext>
            </a:extLst>
          </p:cNvPr>
          <p:cNvSpPr txBox="1"/>
          <p:nvPr/>
        </p:nvSpPr>
        <p:spPr>
          <a:xfrm>
            <a:off x="9578905" y="2001718"/>
            <a:ext cx="1226618" cy="1684372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fill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area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patch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69AB09-F9FC-DF6E-C7AB-B4FCC721A30B}"/>
              </a:ext>
            </a:extLst>
          </p:cNvPr>
          <p:cNvSpPr txBox="1"/>
          <p:nvPr/>
        </p:nvSpPr>
        <p:spPr>
          <a:xfrm>
            <a:off x="8337857" y="2001718"/>
            <a:ext cx="970137" cy="2238370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set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gcf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gca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gco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9507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0F1EC-3963-0FF0-F015-18D36820E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2-D Visualization - </a:t>
            </a:r>
            <a:r>
              <a:rPr lang="en-US" sz="2800" i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Advanced Functions</a:t>
            </a:r>
            <a:endParaRPr 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5B96F-FF8E-B4CC-B3E1-8B0EA44E8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2038" y="1614863"/>
            <a:ext cx="3515455" cy="4351338"/>
          </a:xfrm>
        </p:spPr>
        <p:txBody>
          <a:bodyPr>
            <a:normAutofit fontScale="85000" lnSpcReduction="20000"/>
          </a:bodyPr>
          <a:lstStyle/>
          <a:p>
            <a:pPr marL="360000" indent="-360000">
              <a:lnSpc>
                <a:spcPct val="150000"/>
              </a:lnSpc>
              <a:spcBef>
                <a:spcPts val="600"/>
              </a:spcBef>
            </a:pPr>
            <a:r>
              <a:rPr lang="en-US" sz="26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fplot</a:t>
            </a:r>
            <a:endParaRPr lang="en-US" sz="26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360000" indent="-360000">
              <a:lnSpc>
                <a:spcPct val="150000"/>
              </a:lnSpc>
              <a:spcBef>
                <a:spcPts val="600"/>
              </a:spcBef>
            </a:pP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ezplot</a:t>
            </a:r>
            <a:endParaRPr lang="en-US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360000" indent="-360000">
              <a:lnSpc>
                <a:spcPct val="150000"/>
              </a:lnSpc>
              <a:spcBef>
                <a:spcPts val="600"/>
              </a:spcBef>
            </a:pPr>
            <a:r>
              <a:rPr lang="en-US" sz="2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Stem</a:t>
            </a:r>
          </a:p>
          <a:p>
            <a:pPr marL="360000" indent="-360000">
              <a:lnSpc>
                <a:spcPct val="150000"/>
              </a:lnSpc>
              <a:spcBef>
                <a:spcPts val="600"/>
              </a:spcBef>
            </a:pPr>
            <a:r>
              <a:rPr lang="en-US" sz="2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Comet</a:t>
            </a:r>
          </a:p>
          <a:p>
            <a:pPr marL="360000" indent="-360000">
              <a:lnSpc>
                <a:spcPct val="150000"/>
              </a:lnSpc>
              <a:spcBef>
                <a:spcPts val="600"/>
              </a:spcBef>
            </a:pPr>
            <a:r>
              <a:rPr lang="en-US" sz="2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fimplicit</a:t>
            </a:r>
            <a:endParaRPr lang="en-US" sz="26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360000" indent="-360000">
              <a:lnSpc>
                <a:spcPct val="150000"/>
              </a:lnSpc>
              <a:spcBef>
                <a:spcPts val="600"/>
              </a:spcBef>
            </a:pPr>
            <a:r>
              <a:rPr lang="en-US" sz="2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bar, </a:t>
            </a:r>
            <a:r>
              <a:rPr lang="en-US" sz="26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barh</a:t>
            </a:r>
            <a:r>
              <a:rPr lang="en-US" sz="2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</a:t>
            </a:r>
            <a:r>
              <a:rPr lang="en-US" sz="26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errorbar</a:t>
            </a:r>
            <a:endParaRPr lang="en-US" sz="26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360000" indent="-360000">
              <a:lnSpc>
                <a:spcPct val="150000"/>
              </a:lnSpc>
              <a:spcBef>
                <a:spcPts val="600"/>
              </a:spcBef>
            </a:pPr>
            <a:r>
              <a:rPr lang="en-US" sz="2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boxplot</a:t>
            </a:r>
          </a:p>
          <a:p>
            <a:pPr marL="360000" indent="-360000">
              <a:lnSpc>
                <a:spcPct val="150000"/>
              </a:lnSpc>
              <a:spcBef>
                <a:spcPts val="600"/>
              </a:spcBef>
            </a:pPr>
            <a:r>
              <a:rPr lang="en-US" sz="2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stairs</a:t>
            </a:r>
          </a:p>
          <a:p>
            <a:pPr marL="360000" indent="-360000">
              <a:spcBef>
                <a:spcPts val="600"/>
              </a:spcBef>
            </a:pP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D22C18-5481-75AA-7837-C541D6EEAFA8}"/>
              </a:ext>
            </a:extLst>
          </p:cNvPr>
          <p:cNvSpPr txBox="1"/>
          <p:nvPr/>
        </p:nvSpPr>
        <p:spPr>
          <a:xfrm>
            <a:off x="5715000" y="1614863"/>
            <a:ext cx="4876799" cy="4044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marR="0" lvl="0" indent="-3600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scatter,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gscatter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360000" marR="0" lvl="0" indent="-3600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pie</a:t>
            </a:r>
          </a:p>
          <a:p>
            <a:pPr marL="360000" marR="0" lvl="0" indent="-3600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compass</a:t>
            </a:r>
          </a:p>
          <a:p>
            <a:pPr marL="360000" marR="0" lvl="0" indent="-3600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contour</a:t>
            </a:r>
          </a:p>
          <a:p>
            <a:pPr marL="360000" marR="0" lvl="0" indent="-3600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pareto</a:t>
            </a:r>
          </a:p>
          <a:p>
            <a:pPr marL="360000" marR="0" lvl="0" indent="-3600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Graphplot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360000" marR="0" lvl="0" indent="-3600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loglog,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semilogx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semiology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529C33-D5BA-CC6F-2D21-2243FE84A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04D8E7-8B2D-915C-F2B8-B24CE533C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rgbClr val="B2AADA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5-1.  2-D Visualization</a:t>
            </a:r>
          </a:p>
        </p:txBody>
      </p:sp>
    </p:spTree>
    <p:extLst>
      <p:ext uri="{BB962C8B-B14F-4D97-AF65-F5344CB8AC3E}">
        <p14:creationId xmlns:p14="http://schemas.microsoft.com/office/powerpoint/2010/main" val="3508751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AADA">
            <a:alpha val="4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8592D-6E32-F60E-04A5-49C502615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44" y="2508683"/>
            <a:ext cx="10691311" cy="920317"/>
          </a:xfr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US" sz="4800" i="1" dirty="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5-2.  3-D Visualization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A6AF3E3-A8F0-2DEE-5335-EFEBD5D55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2123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5C16E-729C-85B3-4E2B-A04742F21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2140" y="2042567"/>
            <a:ext cx="4029531" cy="3305204"/>
          </a:xfrm>
        </p:spPr>
        <p:txBody>
          <a:bodyPr>
            <a:normAutofit fontScale="92500" lnSpcReduction="20000"/>
          </a:bodyPr>
          <a:lstStyle/>
          <a:p>
            <a:pPr marL="360000" indent="-36000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plot3</a:t>
            </a:r>
          </a:p>
          <a:p>
            <a:pPr marL="360000" indent="-36000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surf, </a:t>
            </a:r>
            <a:r>
              <a:rPr lang="en-US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surfl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</a:t>
            </a:r>
            <a:r>
              <a:rPr lang="en-US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surfc</a:t>
            </a:r>
            <a:endParaRPr 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360000" indent="-36000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mesh, </a:t>
            </a:r>
            <a:r>
              <a:rPr lang="en-US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meshc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</a:t>
            </a:r>
            <a:r>
              <a:rPr lang="en-US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meshz</a:t>
            </a:r>
            <a:endParaRPr 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360000" indent="-36000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Meshgrid</a:t>
            </a:r>
            <a:endParaRPr 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360000" indent="-360000">
              <a:lnSpc>
                <a:spcPct val="110000"/>
              </a:lnSpc>
              <a:spcBef>
                <a:spcPts val="1200"/>
              </a:spcBef>
            </a:pPr>
            <a:r>
              <a:rPr lang="en-US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ezsurf</a:t>
            </a:r>
            <a:endParaRPr 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360000" indent="-360000">
              <a:lnSpc>
                <a:spcPct val="110000"/>
              </a:lnSpc>
              <a:spcBef>
                <a:spcPts val="1200"/>
              </a:spcBef>
            </a:pPr>
            <a:r>
              <a:rPr lang="en-US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ezmesh</a:t>
            </a:r>
            <a:endParaRPr 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360000" indent="-360000">
              <a:lnSpc>
                <a:spcPct val="110000"/>
              </a:lnSpc>
              <a:spcBef>
                <a:spcPts val="1200"/>
              </a:spcBef>
            </a:pP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ezplot3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35F6A2-D48F-D8E5-FA21-C80AAF2768AB}"/>
              </a:ext>
            </a:extLst>
          </p:cNvPr>
          <p:cNvSpPr txBox="1"/>
          <p:nvPr/>
        </p:nvSpPr>
        <p:spPr>
          <a:xfrm>
            <a:off x="8303690" y="2608409"/>
            <a:ext cx="163025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60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shading</a:t>
            </a:r>
          </a:p>
          <a:p>
            <a:pPr marL="360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view</a:t>
            </a:r>
          </a:p>
          <a:p>
            <a:pPr marL="360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hidden</a:t>
            </a:r>
          </a:p>
          <a:p>
            <a:pPr marL="360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camera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0141BC-3ACB-9DFA-F5B1-E387039FBE41}"/>
              </a:ext>
            </a:extLst>
          </p:cNvPr>
          <p:cNvSpPr txBox="1"/>
          <p:nvPr/>
        </p:nvSpPr>
        <p:spPr>
          <a:xfrm>
            <a:off x="5949044" y="1523079"/>
            <a:ext cx="1747273" cy="4201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60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comet3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360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bar3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360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stem3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360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pie3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360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slice</a:t>
            </a:r>
          </a:p>
          <a:p>
            <a:pPr marL="360000" marR="0" lvl="0" indent="-360000" algn="l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fill3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360000" marR="0" lvl="0" indent="-360000" algn="l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scatter3</a:t>
            </a:r>
          </a:p>
          <a:p>
            <a:pPr marL="360000" marR="0" lvl="0" indent="-360000" algn="l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contour3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A6AF3E3-A8F0-2DEE-5335-EFEBD5D55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65FB0A-9922-5071-55B8-B7820457B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rgbClr val="B2AADA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5-2.  3-D Visualization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7DB8BD5-F1FA-B0EF-60A7-BB42EC9FC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3-D Visualization</a:t>
            </a:r>
          </a:p>
        </p:txBody>
      </p:sp>
    </p:spTree>
    <p:extLst>
      <p:ext uri="{BB962C8B-B14F-4D97-AF65-F5344CB8AC3E}">
        <p14:creationId xmlns:p14="http://schemas.microsoft.com/office/powerpoint/2010/main" val="1479852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134</Words>
  <Application>Microsoft Office PowerPoint</Application>
  <PresentationFormat>Widescreen</PresentationFormat>
  <Paragraphs>70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Calibri</vt:lpstr>
      <vt:lpstr>Calibri Light</vt:lpstr>
      <vt:lpstr>Microsoft Sans Serif</vt:lpstr>
      <vt:lpstr>Open Sans</vt:lpstr>
      <vt:lpstr>Times New Roman</vt:lpstr>
      <vt:lpstr>Office Theme</vt:lpstr>
      <vt:lpstr>1_Office Theme</vt:lpstr>
      <vt:lpstr>PowerPoint Presentation</vt:lpstr>
      <vt:lpstr>PowerPoint Presentation</vt:lpstr>
      <vt:lpstr>2-D Visualization - Basic Functions</vt:lpstr>
      <vt:lpstr>2-D Visualization - Advanced Functions</vt:lpstr>
      <vt:lpstr>5-2.  3-D Visualization</vt:lpstr>
      <vt:lpstr>3-D Visualization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Tamaas</dc:creator>
  <cp:lastModifiedBy>soroush mirmobini</cp:lastModifiedBy>
  <cp:revision>8</cp:revision>
  <dcterms:created xsi:type="dcterms:W3CDTF">2024-03-14T08:05:36Z</dcterms:created>
  <dcterms:modified xsi:type="dcterms:W3CDTF">2025-02-12T12:16:15Z</dcterms:modified>
</cp:coreProperties>
</file>