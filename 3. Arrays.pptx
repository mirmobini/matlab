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9.xml" ContentType="application/vnd.openxmlformats-officedocument.drawingml.diagramData+xml"/>
  <Override PartName="/ppt/diagrams/layout80.xml" ContentType="application/vnd.openxmlformats-officedocument.drawingml.diagramLayout+xml"/>
  <Override PartName="/ppt/diagrams/quickStyle80.xml" ContentType="application/vnd.openxmlformats-officedocument.drawingml.diagramStyle+xml"/>
  <Override PartName="/ppt/diagrams/colors80.xml" ContentType="application/vnd.openxmlformats-officedocument.drawingml.diagramColors+xml"/>
  <Override PartName="/ppt/diagrams/data100.xml" ContentType="application/vnd.openxmlformats-officedocument.drawingml.diagramData+xml"/>
  <Override PartName="/ppt/diagrams/layout90.xml" ContentType="application/vnd.openxmlformats-officedocument.drawingml.diagramLayout+xml"/>
  <Override PartName="/ppt/diagrams/quickStyle90.xml" ContentType="application/vnd.openxmlformats-officedocument.drawingml.diagramStyle+xml"/>
  <Override PartName="/ppt/diagrams/colors9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378" r:id="rId3"/>
    <p:sldId id="379" r:id="rId4"/>
    <p:sldId id="380" r:id="rId5"/>
    <p:sldId id="355" r:id="rId6"/>
    <p:sldId id="381" r:id="rId7"/>
    <p:sldId id="382" r:id="rId8"/>
    <p:sldId id="383" r:id="rId9"/>
    <p:sldId id="359" r:id="rId10"/>
    <p:sldId id="384" r:id="rId11"/>
    <p:sldId id="385" r:id="rId12"/>
    <p:sldId id="38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3. Arrays and Linear Algebra" id="{A1F00D23-D824-4893-9DCD-8E3F988956DD}">
          <p14:sldIdLst>
            <p14:sldId id="378"/>
            <p14:sldId id="379"/>
            <p14:sldId id="380"/>
            <p14:sldId id="355"/>
            <p14:sldId id="381"/>
            <p14:sldId id="382"/>
            <p14:sldId id="383"/>
            <p14:sldId id="359"/>
            <p14:sldId id="384"/>
            <p14:sldId id="385"/>
            <p14:sldId id="386"/>
          </p14:sldIdLst>
        </p14:section>
        <p14:section name="Default Section" id="{AC3DD50B-A68D-4820-801E-05BBEFB4E95E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iagrams/_rels/data9.xml.rels><?xml version="1.0" encoding="UTF-8" standalone="yes"?>
<Relationships xmlns="http://schemas.openxmlformats.org/package/2006/relationships"><Relationship Id="rId1" Type="http://schemas.openxmlformats.org/officeDocument/2006/relationships/image" Target="../media/image441.png"/></Relationships>
</file>

<file path=ppt/diagrams/_rels/data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44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0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65630E-2F1F-49E0-947D-950EFE446F92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268318D-F16F-45EF-9168-12BD069D1E8B}">
      <dgm:prSet phldrT="[Text]" custT="1"/>
      <dgm:spPr>
        <a:solidFill>
          <a:srgbClr val="74B44A"/>
        </a:solidFill>
      </dgm:spPr>
      <dgm:t>
        <a:bodyPr/>
        <a:lstStyle/>
        <a:p>
          <a:r>
            <a:rPr 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Addressing</a:t>
          </a:r>
        </a:p>
      </dgm:t>
    </dgm:pt>
    <dgm:pt modelId="{2C565D3A-D44F-435C-928F-E9CBF94D3850}" type="parTrans" cxnId="{B297FD55-5593-4A36-A0B3-0AF3DD0FC91D}">
      <dgm:prSet/>
      <dgm:spPr/>
      <dgm:t>
        <a:bodyPr/>
        <a:lstStyle/>
        <a:p>
          <a:endParaRPr lang="en-US" sz="14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F9CC9511-4AD4-4206-89B1-610C3CA57172}" type="sibTrans" cxnId="{B297FD55-5593-4A36-A0B3-0AF3DD0FC91D}">
      <dgm:prSet/>
      <dgm:spPr/>
      <dgm:t>
        <a:bodyPr/>
        <a:lstStyle/>
        <a:p>
          <a:endParaRPr lang="en-US" sz="14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BE52B3CA-446C-43F0-94BC-493B06DA85B6}">
      <dgm:prSet phldrT="[Text]" custT="1"/>
      <dgm:spPr>
        <a:solidFill>
          <a:srgbClr val="74B44A"/>
        </a:solidFill>
      </dgm:spPr>
      <dgm:t>
        <a:bodyPr/>
        <a:lstStyle/>
        <a:p>
          <a:r>
            <a:rPr 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Transposing</a:t>
          </a:r>
        </a:p>
      </dgm:t>
    </dgm:pt>
    <dgm:pt modelId="{0AA96D4D-D13C-4BBA-BB35-B0EB8D0D642A}" type="parTrans" cxnId="{9F97F159-92FA-460D-858E-2BF5040032FB}">
      <dgm:prSet/>
      <dgm:spPr/>
      <dgm:t>
        <a:bodyPr/>
        <a:lstStyle/>
        <a:p>
          <a:endParaRPr lang="en-US" sz="14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8B074B79-33B6-4DE0-8E00-E35F41734565}" type="sibTrans" cxnId="{9F97F159-92FA-460D-858E-2BF5040032FB}">
      <dgm:prSet/>
      <dgm:spPr/>
      <dgm:t>
        <a:bodyPr/>
        <a:lstStyle/>
        <a:p>
          <a:endParaRPr lang="en-US" sz="14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4394BDCB-FA6A-4E72-A052-68F5C3E3EBD9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B = transpose (A);</a:t>
          </a:r>
        </a:p>
      </dgm:t>
    </dgm:pt>
    <dgm:pt modelId="{924BAF2F-5B1C-46EC-805B-1409E824F643}" type="parTrans" cxnId="{7F80884D-21F5-475A-86EF-E320EF74A44C}">
      <dgm:prSet/>
      <dgm:spPr/>
      <dgm:t>
        <a:bodyPr/>
        <a:lstStyle/>
        <a:p>
          <a:endParaRPr lang="en-US" sz="14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0412A4A8-2DDC-4C9E-BEE5-B37C06DBDB45}" type="sibTrans" cxnId="{7F80884D-21F5-475A-86EF-E320EF74A44C}">
      <dgm:prSet/>
      <dgm:spPr/>
      <dgm:t>
        <a:bodyPr/>
        <a:lstStyle/>
        <a:p>
          <a:endParaRPr lang="en-US" sz="14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563D3365-613D-4B58-9CE1-C5A74F9C0536}">
      <dgm:prSet phldrT="[Text]" custT="1"/>
      <dgm:spPr>
        <a:solidFill>
          <a:srgbClr val="74B44A"/>
        </a:solidFill>
      </dgm:spPr>
      <dgm:t>
        <a:bodyPr/>
        <a:lstStyle/>
        <a:p>
          <a:r>
            <a:rPr 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Measuring</a:t>
          </a:r>
          <a:endParaRPr lang="en-US" sz="18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C9967A84-5FF7-407F-A359-00EC246F67F4}" type="parTrans" cxnId="{FC7C472C-2A05-46E2-A69A-5F3D611C6D5B}">
      <dgm:prSet/>
      <dgm:spPr/>
      <dgm:t>
        <a:bodyPr/>
        <a:lstStyle/>
        <a:p>
          <a:endParaRPr lang="en-US" sz="14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AA1D5965-84C8-4821-B173-AC8B81C5228A}" type="sibTrans" cxnId="{FC7C472C-2A05-46E2-A69A-5F3D611C6D5B}">
      <dgm:prSet/>
      <dgm:spPr/>
      <dgm:t>
        <a:bodyPr/>
        <a:lstStyle/>
        <a:p>
          <a:endParaRPr lang="en-US" sz="14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8BEFDFE9-DB50-4FB7-AD09-6247C8BE7370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L = length (A);</a:t>
          </a:r>
        </a:p>
      </dgm:t>
    </dgm:pt>
    <dgm:pt modelId="{D4063314-2451-48DF-AC9B-5A430B53975D}" type="parTrans" cxnId="{E19F4857-87BB-4BE0-8874-D0932F2402C6}">
      <dgm:prSet/>
      <dgm:spPr/>
      <dgm:t>
        <a:bodyPr/>
        <a:lstStyle/>
        <a:p>
          <a:endParaRPr lang="en-US" sz="14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B4DFCE00-72A7-4C56-AEB2-13AB16A29291}" type="sibTrans" cxnId="{E19F4857-87BB-4BE0-8874-D0932F2402C6}">
      <dgm:prSet/>
      <dgm:spPr/>
      <dgm:t>
        <a:bodyPr/>
        <a:lstStyle/>
        <a:p>
          <a:endParaRPr lang="en-US" sz="14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8C1FC789-0F8D-4CF6-AE3A-F937A360D006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An = A(n);</a:t>
          </a:r>
        </a:p>
      </dgm:t>
    </dgm:pt>
    <dgm:pt modelId="{0E1742B8-D9B6-473B-A046-55429226CF8A}" type="parTrans" cxnId="{A00EB82C-0BB3-4C6A-9A39-324AD8FC87C7}">
      <dgm:prSet/>
      <dgm:spPr/>
      <dgm:t>
        <a:bodyPr/>
        <a:lstStyle/>
        <a:p>
          <a:endParaRPr lang="en-US" sz="14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2B12FE49-F719-405C-B67F-66BFFFE4BEF1}" type="sibTrans" cxnId="{A00EB82C-0BB3-4C6A-9A39-324AD8FC87C7}">
      <dgm:prSet/>
      <dgm:spPr/>
      <dgm:t>
        <a:bodyPr/>
        <a:lstStyle/>
        <a:p>
          <a:endParaRPr lang="en-US" sz="14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30609B62-4C0E-4D19-826D-6E1D6FAA1615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An1-n2 = A(n1 : n2);</a:t>
          </a:r>
        </a:p>
      </dgm:t>
    </dgm:pt>
    <dgm:pt modelId="{C062138E-C6BC-470F-9C45-04D25321739B}" type="parTrans" cxnId="{0E3495E4-D6DA-45A4-846E-7E89D91CDBD3}">
      <dgm:prSet/>
      <dgm:spPr/>
      <dgm:t>
        <a:bodyPr/>
        <a:lstStyle/>
        <a:p>
          <a:endParaRPr lang="en-US" sz="14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F5191285-CA89-4F5E-8F30-48E4601C6615}" type="sibTrans" cxnId="{0E3495E4-D6DA-45A4-846E-7E89D91CDBD3}">
      <dgm:prSet/>
      <dgm:spPr/>
      <dgm:t>
        <a:bodyPr/>
        <a:lstStyle/>
        <a:p>
          <a:endParaRPr lang="en-US" sz="14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B6C7E2D4-5C3D-4D11-B155-89092B56325C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 eaLnBrk="1" latinLnBrk="0">
            <a:lnSpc>
              <a:spcPct val="150000"/>
            </a:lnSpc>
          </a:pPr>
          <a:r>
            <a:rPr lang="en-US" sz="14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Axy</a:t>
          </a: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= A( [</a:t>
          </a:r>
          <a:r>
            <a:rPr lang="en-US" sz="14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nx</a:t>
          </a: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, </a:t>
          </a:r>
          <a:r>
            <a:rPr lang="en-US" sz="14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ny</a:t>
          </a: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, …] );</a:t>
          </a:r>
        </a:p>
      </dgm:t>
    </dgm:pt>
    <dgm:pt modelId="{38938FDB-EBA1-46A4-A74C-6CEEAB8F04AD}" type="parTrans" cxnId="{BF2A32F8-7619-4099-9DC1-D239FC47B4AB}">
      <dgm:prSet/>
      <dgm:spPr/>
      <dgm:t>
        <a:bodyPr/>
        <a:lstStyle/>
        <a:p>
          <a:endParaRPr lang="en-US" sz="14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84D0192D-43D4-4DF2-9826-2237F6827174}" type="sibTrans" cxnId="{BF2A32F8-7619-4099-9DC1-D239FC47B4AB}">
      <dgm:prSet/>
      <dgm:spPr/>
      <dgm:t>
        <a:bodyPr/>
        <a:lstStyle/>
        <a:p>
          <a:endParaRPr lang="en-US" sz="14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F9C15828-D5E9-4324-847C-53763F3DBD08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 eaLnBrk="1" latinLnBrk="0">
            <a:lnSpc>
              <a:spcPct val="150000"/>
            </a:lnSpc>
          </a:pP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add = [</a:t>
          </a:r>
          <a:r>
            <a:rPr lang="en-US" sz="14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nx</a:t>
          </a: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, </a:t>
          </a:r>
          <a:r>
            <a:rPr lang="en-US" sz="14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ny</a:t>
          </a: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, …];     </a:t>
          </a:r>
          <a:r>
            <a:rPr lang="en-US" sz="14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Aadd</a:t>
          </a: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= A(add);</a:t>
          </a:r>
        </a:p>
      </dgm:t>
    </dgm:pt>
    <dgm:pt modelId="{90B20236-C8A1-40C7-A11F-55003B830317}" type="parTrans" cxnId="{EB07B574-FC73-40EC-9D41-89D5DA64AD45}">
      <dgm:prSet/>
      <dgm:spPr/>
      <dgm:t>
        <a:bodyPr/>
        <a:lstStyle/>
        <a:p>
          <a:endParaRPr lang="en-US" sz="14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9A00DED0-0F06-43A4-BF79-7CE35F3D497C}" type="sibTrans" cxnId="{EB07B574-FC73-40EC-9D41-89D5DA64AD45}">
      <dgm:prSet/>
      <dgm:spPr/>
      <dgm:t>
        <a:bodyPr/>
        <a:lstStyle/>
        <a:p>
          <a:endParaRPr lang="en-US" sz="14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25B89A5D-DFEA-4FD9-8619-89A0FA8C1F4A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 eaLnBrk="1" latinLnBrk="0">
            <a:lnSpc>
              <a:spcPct val="150000"/>
            </a:lnSpc>
          </a:pPr>
          <a:r>
            <a:rPr lang="en-US" sz="14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Aend</a:t>
          </a: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= A(end);</a:t>
          </a:r>
        </a:p>
      </dgm:t>
    </dgm:pt>
    <dgm:pt modelId="{4BBF062A-2CBC-4BA7-8BB6-3A06D18CCC5C}" type="parTrans" cxnId="{1DA08636-3CE8-461A-BA92-ED7F64C29F5C}">
      <dgm:prSet/>
      <dgm:spPr/>
      <dgm:t>
        <a:bodyPr/>
        <a:lstStyle/>
        <a:p>
          <a:endParaRPr lang="en-US"/>
        </a:p>
      </dgm:t>
    </dgm:pt>
    <dgm:pt modelId="{0D5A70CA-77E0-491A-9FDB-2CFCADCA961B}" type="sibTrans" cxnId="{1DA08636-3CE8-461A-BA92-ED7F64C29F5C}">
      <dgm:prSet/>
      <dgm:spPr/>
      <dgm:t>
        <a:bodyPr/>
        <a:lstStyle/>
        <a:p>
          <a:endParaRPr lang="en-US"/>
        </a:p>
      </dgm:t>
    </dgm:pt>
    <dgm:pt modelId="{515ADCC5-B228-4400-B5A0-E5DC2CCCC144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B = A’;</a:t>
          </a:r>
        </a:p>
      </dgm:t>
    </dgm:pt>
    <dgm:pt modelId="{6E7D872F-9338-4BF9-8552-DE9CFEC4903D}" type="parTrans" cxnId="{6B0A145F-007F-4189-905B-1BBA89A4986C}">
      <dgm:prSet/>
      <dgm:spPr/>
      <dgm:t>
        <a:bodyPr/>
        <a:lstStyle/>
        <a:p>
          <a:endParaRPr lang="en-US"/>
        </a:p>
      </dgm:t>
    </dgm:pt>
    <dgm:pt modelId="{8C118370-88FD-414D-BCA9-1F3289D73F32}" type="sibTrans" cxnId="{6B0A145F-007F-4189-905B-1BBA89A4986C}">
      <dgm:prSet/>
      <dgm:spPr/>
      <dgm:t>
        <a:bodyPr/>
        <a:lstStyle/>
        <a:p>
          <a:endParaRPr lang="en-US"/>
        </a:p>
      </dgm:t>
    </dgm:pt>
    <dgm:pt modelId="{41BC9519-769C-45DB-8C0D-23DB7562FA39}" type="pres">
      <dgm:prSet presAssocID="{7865630E-2F1F-49E0-947D-950EFE446F92}" presName="Name0" presStyleCnt="0">
        <dgm:presLayoutVars>
          <dgm:dir/>
          <dgm:animLvl val="lvl"/>
          <dgm:resizeHandles val="exact"/>
        </dgm:presLayoutVars>
      </dgm:prSet>
      <dgm:spPr/>
    </dgm:pt>
    <dgm:pt modelId="{2A7CE164-8A2B-44A8-B998-92225CCC1E66}" type="pres">
      <dgm:prSet presAssocID="{4268318D-F16F-45EF-9168-12BD069D1E8B}" presName="linNode" presStyleCnt="0"/>
      <dgm:spPr/>
    </dgm:pt>
    <dgm:pt modelId="{49EAEEF9-F3BB-4346-9278-4E7F68ED9136}" type="pres">
      <dgm:prSet presAssocID="{4268318D-F16F-45EF-9168-12BD069D1E8B}" presName="parentText" presStyleLbl="node1" presStyleIdx="0" presStyleCnt="3" custScaleY="121826">
        <dgm:presLayoutVars>
          <dgm:chMax val="1"/>
          <dgm:bulletEnabled val="1"/>
        </dgm:presLayoutVars>
      </dgm:prSet>
      <dgm:spPr/>
    </dgm:pt>
    <dgm:pt modelId="{B3C58C10-DD0C-4037-9315-DF1155FC061B}" type="pres">
      <dgm:prSet presAssocID="{4268318D-F16F-45EF-9168-12BD069D1E8B}" presName="descendantText" presStyleLbl="alignAccFollowNode1" presStyleIdx="0" presStyleCnt="3" custScaleY="143053">
        <dgm:presLayoutVars>
          <dgm:bulletEnabled val="1"/>
        </dgm:presLayoutVars>
      </dgm:prSet>
      <dgm:spPr/>
    </dgm:pt>
    <dgm:pt modelId="{42E34F17-9AA0-466F-93CF-EF205F3E7A54}" type="pres">
      <dgm:prSet presAssocID="{F9CC9511-4AD4-4206-89B1-610C3CA57172}" presName="sp" presStyleCnt="0"/>
      <dgm:spPr/>
    </dgm:pt>
    <dgm:pt modelId="{DD01BA94-B762-43E7-8B05-8D6C9EDB5D50}" type="pres">
      <dgm:prSet presAssocID="{BE52B3CA-446C-43F0-94BC-493B06DA85B6}" presName="linNode" presStyleCnt="0"/>
      <dgm:spPr/>
    </dgm:pt>
    <dgm:pt modelId="{503AFDED-65A0-4B3C-8D4B-10D4C37B3DB7}" type="pres">
      <dgm:prSet presAssocID="{BE52B3CA-446C-43F0-94BC-493B06DA85B6}" presName="parentText" presStyleLbl="node1" presStyleIdx="1" presStyleCnt="3" custScaleY="62787">
        <dgm:presLayoutVars>
          <dgm:chMax val="1"/>
          <dgm:bulletEnabled val="1"/>
        </dgm:presLayoutVars>
      </dgm:prSet>
      <dgm:spPr/>
    </dgm:pt>
    <dgm:pt modelId="{D1EA7380-CBBF-48E4-904D-074268CF5DF4}" type="pres">
      <dgm:prSet presAssocID="{BE52B3CA-446C-43F0-94BC-493B06DA85B6}" presName="descendantText" presStyleLbl="alignAccFollowNode1" presStyleIdx="1" presStyleCnt="3" custScaleY="78982">
        <dgm:presLayoutVars>
          <dgm:bulletEnabled val="1"/>
        </dgm:presLayoutVars>
      </dgm:prSet>
      <dgm:spPr/>
    </dgm:pt>
    <dgm:pt modelId="{4DB7A482-FA29-4BF8-A9A7-67C7BA925BE7}" type="pres">
      <dgm:prSet presAssocID="{8B074B79-33B6-4DE0-8E00-E35F41734565}" presName="sp" presStyleCnt="0"/>
      <dgm:spPr/>
    </dgm:pt>
    <dgm:pt modelId="{778B0507-B5F4-4BF3-9710-0EDE459C11D8}" type="pres">
      <dgm:prSet presAssocID="{563D3365-613D-4B58-9CE1-C5A74F9C0536}" presName="linNode" presStyleCnt="0"/>
      <dgm:spPr/>
    </dgm:pt>
    <dgm:pt modelId="{E1DBB671-C95C-482D-ABF1-5ADBF0D6DF11}" type="pres">
      <dgm:prSet presAssocID="{563D3365-613D-4B58-9CE1-C5A74F9C0536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EC39413B-E0F6-4FAA-8965-85C269521F3C}" type="pres">
      <dgm:prSet presAssocID="{563D3365-613D-4B58-9CE1-C5A74F9C0536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E6238419-8877-4A61-A0A8-E4D3850E7E2B}" type="presOf" srcId="{BE52B3CA-446C-43F0-94BC-493B06DA85B6}" destId="{503AFDED-65A0-4B3C-8D4B-10D4C37B3DB7}" srcOrd="0" destOrd="0" presId="urn:microsoft.com/office/officeart/2005/8/layout/vList5"/>
    <dgm:cxn modelId="{FC7C472C-2A05-46E2-A69A-5F3D611C6D5B}" srcId="{7865630E-2F1F-49E0-947D-950EFE446F92}" destId="{563D3365-613D-4B58-9CE1-C5A74F9C0536}" srcOrd="2" destOrd="0" parTransId="{C9967A84-5FF7-407F-A359-00EC246F67F4}" sibTransId="{AA1D5965-84C8-4821-B173-AC8B81C5228A}"/>
    <dgm:cxn modelId="{A00EB82C-0BB3-4C6A-9A39-324AD8FC87C7}" srcId="{4268318D-F16F-45EF-9168-12BD069D1E8B}" destId="{8C1FC789-0F8D-4CF6-AE3A-F937A360D006}" srcOrd="0" destOrd="0" parTransId="{0E1742B8-D9B6-473B-A046-55429226CF8A}" sibTransId="{2B12FE49-F719-405C-B67F-66BFFFE4BEF1}"/>
    <dgm:cxn modelId="{1EC8C02D-F81F-4A91-A687-231EE9C36043}" type="presOf" srcId="{B6C7E2D4-5C3D-4D11-B155-89092B56325C}" destId="{B3C58C10-DD0C-4037-9315-DF1155FC061B}" srcOrd="0" destOrd="2" presId="urn:microsoft.com/office/officeart/2005/8/layout/vList5"/>
    <dgm:cxn modelId="{1DA08636-3CE8-461A-BA92-ED7F64C29F5C}" srcId="{4268318D-F16F-45EF-9168-12BD069D1E8B}" destId="{25B89A5D-DFEA-4FD9-8619-89A0FA8C1F4A}" srcOrd="4" destOrd="0" parTransId="{4BBF062A-2CBC-4BA7-8BB6-3A06D18CCC5C}" sibTransId="{0D5A70CA-77E0-491A-9FDB-2CFCADCA961B}"/>
    <dgm:cxn modelId="{6B0A145F-007F-4189-905B-1BBA89A4986C}" srcId="{BE52B3CA-446C-43F0-94BC-493B06DA85B6}" destId="{515ADCC5-B228-4400-B5A0-E5DC2CCCC144}" srcOrd="1" destOrd="0" parTransId="{6E7D872F-9338-4BF9-8552-DE9CFEC4903D}" sibTransId="{8C118370-88FD-414D-BCA9-1F3289D73F32}"/>
    <dgm:cxn modelId="{09DC3142-6FD1-4049-8F97-E3388B2DE126}" type="presOf" srcId="{7865630E-2F1F-49E0-947D-950EFE446F92}" destId="{41BC9519-769C-45DB-8C0D-23DB7562FA39}" srcOrd="0" destOrd="0" presId="urn:microsoft.com/office/officeart/2005/8/layout/vList5"/>
    <dgm:cxn modelId="{591AD342-0467-4931-A3CF-FFDCF9695F25}" type="presOf" srcId="{4268318D-F16F-45EF-9168-12BD069D1E8B}" destId="{49EAEEF9-F3BB-4346-9278-4E7F68ED9136}" srcOrd="0" destOrd="0" presId="urn:microsoft.com/office/officeart/2005/8/layout/vList5"/>
    <dgm:cxn modelId="{7F80884D-21F5-475A-86EF-E320EF74A44C}" srcId="{BE52B3CA-446C-43F0-94BC-493B06DA85B6}" destId="{4394BDCB-FA6A-4E72-A052-68F5C3E3EBD9}" srcOrd="0" destOrd="0" parTransId="{924BAF2F-5B1C-46EC-805B-1409E824F643}" sibTransId="{0412A4A8-2DDC-4C9E-BEE5-B37C06DBDB45}"/>
    <dgm:cxn modelId="{FC5F9F4E-3A36-4151-9CD2-21691076B46A}" type="presOf" srcId="{515ADCC5-B228-4400-B5A0-E5DC2CCCC144}" destId="{D1EA7380-CBBF-48E4-904D-074268CF5DF4}" srcOrd="0" destOrd="1" presId="urn:microsoft.com/office/officeart/2005/8/layout/vList5"/>
    <dgm:cxn modelId="{EB07B574-FC73-40EC-9D41-89D5DA64AD45}" srcId="{4268318D-F16F-45EF-9168-12BD069D1E8B}" destId="{F9C15828-D5E9-4324-847C-53763F3DBD08}" srcOrd="3" destOrd="0" parTransId="{90B20236-C8A1-40C7-A11F-55003B830317}" sibTransId="{9A00DED0-0F06-43A4-BF79-7CE35F3D497C}"/>
    <dgm:cxn modelId="{B297FD55-5593-4A36-A0B3-0AF3DD0FC91D}" srcId="{7865630E-2F1F-49E0-947D-950EFE446F92}" destId="{4268318D-F16F-45EF-9168-12BD069D1E8B}" srcOrd="0" destOrd="0" parTransId="{2C565D3A-D44F-435C-928F-E9CBF94D3850}" sibTransId="{F9CC9511-4AD4-4206-89B1-610C3CA57172}"/>
    <dgm:cxn modelId="{E19F4857-87BB-4BE0-8874-D0932F2402C6}" srcId="{563D3365-613D-4B58-9CE1-C5A74F9C0536}" destId="{8BEFDFE9-DB50-4FB7-AD09-6247C8BE7370}" srcOrd="0" destOrd="0" parTransId="{D4063314-2451-48DF-AC9B-5A430B53975D}" sibTransId="{B4DFCE00-72A7-4C56-AEB2-13AB16A29291}"/>
    <dgm:cxn modelId="{9F97F159-92FA-460D-858E-2BF5040032FB}" srcId="{7865630E-2F1F-49E0-947D-950EFE446F92}" destId="{BE52B3CA-446C-43F0-94BC-493B06DA85B6}" srcOrd="1" destOrd="0" parTransId="{0AA96D4D-D13C-4BBA-BB35-B0EB8D0D642A}" sibTransId="{8B074B79-33B6-4DE0-8E00-E35F41734565}"/>
    <dgm:cxn modelId="{C79BC392-9B58-4037-9BE5-500A55BD53F9}" type="presOf" srcId="{30609B62-4C0E-4D19-826D-6E1D6FAA1615}" destId="{B3C58C10-DD0C-4037-9315-DF1155FC061B}" srcOrd="0" destOrd="1" presId="urn:microsoft.com/office/officeart/2005/8/layout/vList5"/>
    <dgm:cxn modelId="{D42AD79F-B0A8-4F78-95A1-0D5EB748EB70}" type="presOf" srcId="{8BEFDFE9-DB50-4FB7-AD09-6247C8BE7370}" destId="{EC39413B-E0F6-4FAA-8965-85C269521F3C}" srcOrd="0" destOrd="0" presId="urn:microsoft.com/office/officeart/2005/8/layout/vList5"/>
    <dgm:cxn modelId="{1692BCB2-DD2A-4634-AF14-8948A21D2ACD}" type="presOf" srcId="{563D3365-613D-4B58-9CE1-C5A74F9C0536}" destId="{E1DBB671-C95C-482D-ABF1-5ADBF0D6DF11}" srcOrd="0" destOrd="0" presId="urn:microsoft.com/office/officeart/2005/8/layout/vList5"/>
    <dgm:cxn modelId="{FC97A2D2-36F6-4906-9B18-699DE5D16955}" type="presOf" srcId="{25B89A5D-DFEA-4FD9-8619-89A0FA8C1F4A}" destId="{B3C58C10-DD0C-4037-9315-DF1155FC061B}" srcOrd="0" destOrd="4" presId="urn:microsoft.com/office/officeart/2005/8/layout/vList5"/>
    <dgm:cxn modelId="{BACEBAD3-094D-4659-9075-B51DB8938B7A}" type="presOf" srcId="{4394BDCB-FA6A-4E72-A052-68F5C3E3EBD9}" destId="{D1EA7380-CBBF-48E4-904D-074268CF5DF4}" srcOrd="0" destOrd="0" presId="urn:microsoft.com/office/officeart/2005/8/layout/vList5"/>
    <dgm:cxn modelId="{162641DB-1E43-43CC-A29D-BD579A6DA71A}" type="presOf" srcId="{F9C15828-D5E9-4324-847C-53763F3DBD08}" destId="{B3C58C10-DD0C-4037-9315-DF1155FC061B}" srcOrd="0" destOrd="3" presId="urn:microsoft.com/office/officeart/2005/8/layout/vList5"/>
    <dgm:cxn modelId="{0E3495E4-D6DA-45A4-846E-7E89D91CDBD3}" srcId="{4268318D-F16F-45EF-9168-12BD069D1E8B}" destId="{30609B62-4C0E-4D19-826D-6E1D6FAA1615}" srcOrd="1" destOrd="0" parTransId="{C062138E-C6BC-470F-9C45-04D25321739B}" sibTransId="{F5191285-CA89-4F5E-8F30-48E4601C6615}"/>
    <dgm:cxn modelId="{96E127F4-8D07-4236-94BF-4D0AB97105C1}" type="presOf" srcId="{8C1FC789-0F8D-4CF6-AE3A-F937A360D006}" destId="{B3C58C10-DD0C-4037-9315-DF1155FC061B}" srcOrd="0" destOrd="0" presId="urn:microsoft.com/office/officeart/2005/8/layout/vList5"/>
    <dgm:cxn modelId="{BF2A32F8-7619-4099-9DC1-D239FC47B4AB}" srcId="{4268318D-F16F-45EF-9168-12BD069D1E8B}" destId="{B6C7E2D4-5C3D-4D11-B155-89092B56325C}" srcOrd="2" destOrd="0" parTransId="{38938FDB-EBA1-46A4-A74C-6CEEAB8F04AD}" sibTransId="{84D0192D-43D4-4DF2-9826-2237F6827174}"/>
    <dgm:cxn modelId="{2A2CF842-2EA4-4CBE-B0FE-24373833682F}" type="presParOf" srcId="{41BC9519-769C-45DB-8C0D-23DB7562FA39}" destId="{2A7CE164-8A2B-44A8-B998-92225CCC1E66}" srcOrd="0" destOrd="0" presId="urn:microsoft.com/office/officeart/2005/8/layout/vList5"/>
    <dgm:cxn modelId="{126C972C-423F-4671-945F-9AF9414D8BBD}" type="presParOf" srcId="{2A7CE164-8A2B-44A8-B998-92225CCC1E66}" destId="{49EAEEF9-F3BB-4346-9278-4E7F68ED9136}" srcOrd="0" destOrd="0" presId="urn:microsoft.com/office/officeart/2005/8/layout/vList5"/>
    <dgm:cxn modelId="{03E7187A-E852-4801-8E75-3AB55CC3AB97}" type="presParOf" srcId="{2A7CE164-8A2B-44A8-B998-92225CCC1E66}" destId="{B3C58C10-DD0C-4037-9315-DF1155FC061B}" srcOrd="1" destOrd="0" presId="urn:microsoft.com/office/officeart/2005/8/layout/vList5"/>
    <dgm:cxn modelId="{56DE812F-0049-4D9B-8BA7-332CC4F7AD89}" type="presParOf" srcId="{41BC9519-769C-45DB-8C0D-23DB7562FA39}" destId="{42E34F17-9AA0-466F-93CF-EF205F3E7A54}" srcOrd="1" destOrd="0" presId="urn:microsoft.com/office/officeart/2005/8/layout/vList5"/>
    <dgm:cxn modelId="{CCE9B57A-BF53-4347-B00E-12E33DC2CF4B}" type="presParOf" srcId="{41BC9519-769C-45DB-8C0D-23DB7562FA39}" destId="{DD01BA94-B762-43E7-8B05-8D6C9EDB5D50}" srcOrd="2" destOrd="0" presId="urn:microsoft.com/office/officeart/2005/8/layout/vList5"/>
    <dgm:cxn modelId="{20CD2065-321A-4CD2-A064-E849F9B54BEF}" type="presParOf" srcId="{DD01BA94-B762-43E7-8B05-8D6C9EDB5D50}" destId="{503AFDED-65A0-4B3C-8D4B-10D4C37B3DB7}" srcOrd="0" destOrd="0" presId="urn:microsoft.com/office/officeart/2005/8/layout/vList5"/>
    <dgm:cxn modelId="{3C777010-2A56-4CB9-8E36-1DC34915CAFB}" type="presParOf" srcId="{DD01BA94-B762-43E7-8B05-8D6C9EDB5D50}" destId="{D1EA7380-CBBF-48E4-904D-074268CF5DF4}" srcOrd="1" destOrd="0" presId="urn:microsoft.com/office/officeart/2005/8/layout/vList5"/>
    <dgm:cxn modelId="{60141DB8-F9BE-4D14-BD4C-A0D1BEE6B09F}" type="presParOf" srcId="{41BC9519-769C-45DB-8C0D-23DB7562FA39}" destId="{4DB7A482-FA29-4BF8-A9A7-67C7BA925BE7}" srcOrd="3" destOrd="0" presId="urn:microsoft.com/office/officeart/2005/8/layout/vList5"/>
    <dgm:cxn modelId="{B67E8A0F-EC3D-404F-866F-A6F3DDDB90C6}" type="presParOf" srcId="{41BC9519-769C-45DB-8C0D-23DB7562FA39}" destId="{778B0507-B5F4-4BF3-9710-0EDE459C11D8}" srcOrd="4" destOrd="0" presId="urn:microsoft.com/office/officeart/2005/8/layout/vList5"/>
    <dgm:cxn modelId="{3F01B4CA-1D9A-44DF-A4FB-60D986467728}" type="presParOf" srcId="{778B0507-B5F4-4BF3-9710-0EDE459C11D8}" destId="{E1DBB671-C95C-482D-ABF1-5ADBF0D6DF11}" srcOrd="0" destOrd="0" presId="urn:microsoft.com/office/officeart/2005/8/layout/vList5"/>
    <dgm:cxn modelId="{EC2B5964-811D-4BAA-9BD3-C47E4B1F3EAE}" type="presParOf" srcId="{778B0507-B5F4-4BF3-9710-0EDE459C11D8}" destId="{EC39413B-E0F6-4FAA-8965-85C269521F3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65630E-2F1F-49E0-947D-950EFE446F92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268318D-F16F-45EF-9168-12BD069D1E8B}">
      <dgm:prSet phldrT="[Text]" custT="1"/>
      <dgm:spPr>
        <a:solidFill>
          <a:srgbClr val="74B44A"/>
        </a:solidFill>
      </dgm:spPr>
      <dgm:t>
        <a:bodyPr/>
        <a:lstStyle/>
        <a:p>
          <a:r>
            <a:rPr 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Columns</a:t>
          </a:r>
          <a:endParaRPr lang="en-US" sz="24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2C565D3A-D44F-435C-928F-E9CBF94D3850}" type="parTrans" cxnId="{B297FD55-5593-4A36-A0B3-0AF3DD0FC91D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F9CC9511-4AD4-4206-89B1-610C3CA57172}" type="sibTrans" cxnId="{B297FD55-5593-4A36-A0B3-0AF3DD0FC91D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9AEEBF5C-8B5A-47EC-AA23-D79D621D6363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 = [a1 ,a2 , a3 , … , an];</a:t>
          </a:r>
        </a:p>
      </dgm:t>
    </dgm:pt>
    <dgm:pt modelId="{BD5B9DD8-CC46-441C-B368-CFABEF9C7AB8}" type="parTrans" cxnId="{554C6D9B-F3F5-46B8-BD13-EDD845990DDC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F69692FC-CE07-4DEB-A0DD-494CEB39A574}" type="sibTrans" cxnId="{554C6D9B-F3F5-46B8-BD13-EDD845990DDC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6A575F26-A01E-4E15-BB51-AC5285CE24C9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 = [a1   a2   a3   …   an];</a:t>
          </a:r>
        </a:p>
      </dgm:t>
    </dgm:pt>
    <dgm:pt modelId="{B319D434-BD98-4281-8FED-85E5BED44AD9}" type="parTrans" cxnId="{0F9224F6-F7BB-4D56-957F-C02D9B5FF05F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20517DFC-B63D-44AE-A3F0-D1CD36549D28}" type="sibTrans" cxnId="{0F9224F6-F7BB-4D56-957F-C02D9B5FF05F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BE52B3CA-446C-43F0-94BC-493B06DA85B6}">
      <dgm:prSet phldrT="[Text]" custT="1"/>
      <dgm:spPr>
        <a:solidFill>
          <a:srgbClr val="74B44A"/>
        </a:solidFill>
      </dgm:spPr>
      <dgm:t>
        <a:bodyPr/>
        <a:lstStyle/>
        <a:p>
          <a:r>
            <a:rPr 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Rows</a:t>
          </a:r>
          <a:endParaRPr lang="en-US" sz="24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0AA96D4D-D13C-4BBA-BB35-B0EB8D0D642A}" type="parTrans" cxnId="{9F97F159-92FA-460D-858E-2BF5040032FB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8B074B79-33B6-4DE0-8E00-E35F41734565}" type="sibTrans" cxnId="{9F97F159-92FA-460D-858E-2BF5040032FB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4394BDCB-FA6A-4E72-A052-68F5C3E3EBD9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>
            <a:lnSpc>
              <a:spcPct val="90000"/>
            </a:lnSpc>
            <a:spcBef>
              <a:spcPct val="0"/>
            </a:spcBef>
          </a:pP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 = [a1 ; a2 ; a3 ; … ; an];</a:t>
          </a:r>
        </a:p>
      </dgm:t>
    </dgm:pt>
    <dgm:pt modelId="{924BAF2F-5B1C-46EC-805B-1409E824F643}" type="parTrans" cxnId="{7F80884D-21F5-475A-86EF-E320EF74A44C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0412A4A8-2DDC-4C9E-BEE5-B37C06DBDB45}" type="sibTrans" cxnId="{7F80884D-21F5-475A-86EF-E320EF74A44C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C1312032-B234-45CC-A8FE-E9A988B97BEA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</a:pP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  A = [a1</a:t>
          </a:r>
          <a:b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</a:b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	a2</a:t>
          </a:r>
          <a:b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</a:b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	a3</a:t>
          </a:r>
          <a:b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</a:b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	...</a:t>
          </a:r>
          <a:b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</a:b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	an];</a:t>
          </a:r>
        </a:p>
      </dgm:t>
    </dgm:pt>
    <dgm:pt modelId="{AECB30B4-D357-4301-A8F5-954AB105D293}" type="parTrans" cxnId="{CA976759-6B2C-4105-B87C-288A1F5E1BA4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71DE6256-C309-4FE4-A2B9-6B5A1E8AB667}" type="sibTrans" cxnId="{CA976759-6B2C-4105-B87C-288A1F5E1BA4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563D3365-613D-4B58-9CE1-C5A74F9C0536}">
      <dgm:prSet phldrT="[Text]" custT="1"/>
      <dgm:spPr>
        <a:solidFill>
          <a:srgbClr val="74B44A"/>
        </a:solidFill>
      </dgm:spPr>
      <dgm:t>
        <a:bodyPr/>
        <a:lstStyle/>
        <a:p>
          <a:r>
            <a:rPr 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Series</a:t>
          </a:r>
          <a:endParaRPr lang="en-US" sz="24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C9967A84-5FF7-407F-A359-00EC246F67F4}" type="parTrans" cxnId="{FC7C472C-2A05-46E2-A69A-5F3D611C6D5B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AA1D5965-84C8-4821-B173-AC8B81C5228A}" type="sibTrans" cxnId="{FC7C472C-2A05-46E2-A69A-5F3D611C6D5B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8BEFDFE9-DB50-4FB7-AD09-6247C8BE7370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 = Start : Step : End;</a:t>
          </a:r>
        </a:p>
      </dgm:t>
    </dgm:pt>
    <dgm:pt modelId="{D4063314-2451-48DF-AC9B-5A430B53975D}" type="parTrans" cxnId="{E19F4857-87BB-4BE0-8874-D0932F2402C6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B4DFCE00-72A7-4C56-AEB2-13AB16A29291}" type="sibTrans" cxnId="{E19F4857-87BB-4BE0-8874-D0932F2402C6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506BC9B3-25A4-4E3E-9822-ACFC5796EF7A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 = </a:t>
          </a:r>
          <a:r>
            <a:rPr lang="en-US" sz="14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linspace</a:t>
          </a: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(a1 , an , n);</a:t>
          </a:r>
        </a:p>
      </dgm:t>
    </dgm:pt>
    <dgm:pt modelId="{3507F302-B8E4-4065-A866-9D1A08479811}" type="parTrans" cxnId="{CCFD283C-B315-4F15-BF64-EF8559551F15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1EC708AA-3B94-4AE6-BAB8-7AC59142D142}" type="sibTrans" cxnId="{CCFD283C-B315-4F15-BF64-EF8559551F15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227BB3D1-6C3F-4037-84BD-DC0BE100F798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 = </a:t>
          </a:r>
          <a:r>
            <a:rPr lang="en-US" sz="14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logspace</a:t>
          </a: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(a1 , an , n);</a:t>
          </a:r>
        </a:p>
      </dgm:t>
    </dgm:pt>
    <dgm:pt modelId="{6006548F-7520-4455-AE7B-B75BBFF258D4}" type="parTrans" cxnId="{7D149630-0DBE-4A69-9589-CC391BDF1B86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F40EA7D5-8844-42E4-B8B5-2C262310E309}" type="sibTrans" cxnId="{7D149630-0DBE-4A69-9589-CC391BDF1B86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55781759-DCEE-40C9-A3FA-8F04AB668BCD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>
            <a:lnSpc>
              <a:spcPct val="90000"/>
            </a:lnSpc>
            <a:spcBef>
              <a:spcPct val="0"/>
            </a:spcBef>
          </a:pPr>
          <a:endParaRPr lang="en-US" sz="14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4F28EE51-B147-4504-9D0D-52E9AFD1F90B}" type="parTrans" cxnId="{27DED89C-4162-4806-A055-BB74F9AB6AEF}">
      <dgm:prSet/>
      <dgm:spPr/>
      <dgm:t>
        <a:bodyPr/>
        <a:lstStyle/>
        <a:p>
          <a:endParaRPr lang="en-US"/>
        </a:p>
      </dgm:t>
    </dgm:pt>
    <dgm:pt modelId="{8638E10C-1C77-482C-A4FE-1997B49F1CAA}" type="sibTrans" cxnId="{27DED89C-4162-4806-A055-BB74F9AB6AEF}">
      <dgm:prSet/>
      <dgm:spPr/>
      <dgm:t>
        <a:bodyPr/>
        <a:lstStyle/>
        <a:p>
          <a:endParaRPr lang="en-US"/>
        </a:p>
      </dgm:t>
    </dgm:pt>
    <dgm:pt modelId="{41BC9519-769C-45DB-8C0D-23DB7562FA39}" type="pres">
      <dgm:prSet presAssocID="{7865630E-2F1F-49E0-947D-950EFE446F92}" presName="Name0" presStyleCnt="0">
        <dgm:presLayoutVars>
          <dgm:dir/>
          <dgm:animLvl val="lvl"/>
          <dgm:resizeHandles val="exact"/>
        </dgm:presLayoutVars>
      </dgm:prSet>
      <dgm:spPr/>
    </dgm:pt>
    <dgm:pt modelId="{2A7CE164-8A2B-44A8-B998-92225CCC1E66}" type="pres">
      <dgm:prSet presAssocID="{4268318D-F16F-45EF-9168-12BD069D1E8B}" presName="linNode" presStyleCnt="0"/>
      <dgm:spPr/>
    </dgm:pt>
    <dgm:pt modelId="{49EAEEF9-F3BB-4346-9278-4E7F68ED9136}" type="pres">
      <dgm:prSet presAssocID="{4268318D-F16F-45EF-9168-12BD069D1E8B}" presName="parentText" presStyleLbl="node1" presStyleIdx="0" presStyleCnt="3" custScaleX="79752" custScaleY="59712">
        <dgm:presLayoutVars>
          <dgm:chMax val="1"/>
          <dgm:bulletEnabled val="1"/>
        </dgm:presLayoutVars>
      </dgm:prSet>
      <dgm:spPr/>
    </dgm:pt>
    <dgm:pt modelId="{A770C308-DFB9-4941-BD9E-7658CBA55A82}" type="pres">
      <dgm:prSet presAssocID="{4268318D-F16F-45EF-9168-12BD069D1E8B}" presName="descendantText" presStyleLbl="alignAccFollowNode1" presStyleIdx="0" presStyleCnt="3" custScaleY="64961" custLinFactNeighborX="-860">
        <dgm:presLayoutVars>
          <dgm:bulletEnabled val="1"/>
        </dgm:presLayoutVars>
      </dgm:prSet>
      <dgm:spPr/>
    </dgm:pt>
    <dgm:pt modelId="{42E34F17-9AA0-466F-93CF-EF205F3E7A54}" type="pres">
      <dgm:prSet presAssocID="{F9CC9511-4AD4-4206-89B1-610C3CA57172}" presName="sp" presStyleCnt="0"/>
      <dgm:spPr/>
    </dgm:pt>
    <dgm:pt modelId="{DD01BA94-B762-43E7-8B05-8D6C9EDB5D50}" type="pres">
      <dgm:prSet presAssocID="{BE52B3CA-446C-43F0-94BC-493B06DA85B6}" presName="linNode" presStyleCnt="0"/>
      <dgm:spPr/>
    </dgm:pt>
    <dgm:pt modelId="{503AFDED-65A0-4B3C-8D4B-10D4C37B3DB7}" type="pres">
      <dgm:prSet presAssocID="{BE52B3CA-446C-43F0-94BC-493B06DA85B6}" presName="parentText" presStyleLbl="node1" presStyleIdx="1" presStyleCnt="3" custScaleX="79752" custScaleY="83226">
        <dgm:presLayoutVars>
          <dgm:chMax val="1"/>
          <dgm:bulletEnabled val="1"/>
        </dgm:presLayoutVars>
      </dgm:prSet>
      <dgm:spPr/>
    </dgm:pt>
    <dgm:pt modelId="{D1EA7380-CBBF-48E4-904D-074268CF5DF4}" type="pres">
      <dgm:prSet presAssocID="{BE52B3CA-446C-43F0-94BC-493B06DA85B6}" presName="descendantText" presStyleLbl="alignAccFollowNode1" presStyleIdx="1" presStyleCnt="3" custScaleY="93332" custLinFactNeighborY="-1732">
        <dgm:presLayoutVars>
          <dgm:bulletEnabled val="1"/>
        </dgm:presLayoutVars>
      </dgm:prSet>
      <dgm:spPr/>
    </dgm:pt>
    <dgm:pt modelId="{4DB7A482-FA29-4BF8-A9A7-67C7BA925BE7}" type="pres">
      <dgm:prSet presAssocID="{8B074B79-33B6-4DE0-8E00-E35F41734565}" presName="sp" presStyleCnt="0"/>
      <dgm:spPr/>
    </dgm:pt>
    <dgm:pt modelId="{778B0507-B5F4-4BF3-9710-0EDE459C11D8}" type="pres">
      <dgm:prSet presAssocID="{563D3365-613D-4B58-9CE1-C5A74F9C0536}" presName="linNode" presStyleCnt="0"/>
      <dgm:spPr/>
    </dgm:pt>
    <dgm:pt modelId="{E1DBB671-C95C-482D-ABF1-5ADBF0D6DF11}" type="pres">
      <dgm:prSet presAssocID="{563D3365-613D-4B58-9CE1-C5A74F9C0536}" presName="parentText" presStyleLbl="node1" presStyleIdx="2" presStyleCnt="3" custScaleX="79752" custScaleY="54864">
        <dgm:presLayoutVars>
          <dgm:chMax val="1"/>
          <dgm:bulletEnabled val="1"/>
        </dgm:presLayoutVars>
      </dgm:prSet>
      <dgm:spPr/>
    </dgm:pt>
    <dgm:pt modelId="{EC39413B-E0F6-4FAA-8965-85C269521F3C}" type="pres">
      <dgm:prSet presAssocID="{563D3365-613D-4B58-9CE1-C5A74F9C0536}" presName="descendantText" presStyleLbl="alignAccFollowNode1" presStyleIdx="2" presStyleCnt="3" custScaleY="65581">
        <dgm:presLayoutVars>
          <dgm:bulletEnabled val="1"/>
        </dgm:presLayoutVars>
      </dgm:prSet>
      <dgm:spPr/>
    </dgm:pt>
  </dgm:ptLst>
  <dgm:cxnLst>
    <dgm:cxn modelId="{E6238419-8877-4A61-A0A8-E4D3850E7E2B}" type="presOf" srcId="{BE52B3CA-446C-43F0-94BC-493B06DA85B6}" destId="{503AFDED-65A0-4B3C-8D4B-10D4C37B3DB7}" srcOrd="0" destOrd="0" presId="urn:microsoft.com/office/officeart/2005/8/layout/vList5"/>
    <dgm:cxn modelId="{FC7C472C-2A05-46E2-A69A-5F3D611C6D5B}" srcId="{7865630E-2F1F-49E0-947D-950EFE446F92}" destId="{563D3365-613D-4B58-9CE1-C5A74F9C0536}" srcOrd="2" destOrd="0" parTransId="{C9967A84-5FF7-407F-A359-00EC246F67F4}" sibTransId="{AA1D5965-84C8-4821-B173-AC8B81C5228A}"/>
    <dgm:cxn modelId="{7D149630-0DBE-4A69-9589-CC391BDF1B86}" srcId="{563D3365-613D-4B58-9CE1-C5A74F9C0536}" destId="{227BB3D1-6C3F-4037-84BD-DC0BE100F798}" srcOrd="2" destOrd="0" parTransId="{6006548F-7520-4455-AE7B-B75BBFF258D4}" sibTransId="{F40EA7D5-8844-42E4-B8B5-2C262310E309}"/>
    <dgm:cxn modelId="{90954038-51C6-4A96-AE48-AD98A8AD73A1}" type="presOf" srcId="{55781759-DCEE-40C9-A3FA-8F04AB668BCD}" destId="{D1EA7380-CBBF-48E4-904D-074268CF5DF4}" srcOrd="0" destOrd="1" presId="urn:microsoft.com/office/officeart/2005/8/layout/vList5"/>
    <dgm:cxn modelId="{CCFD283C-B315-4F15-BF64-EF8559551F15}" srcId="{563D3365-613D-4B58-9CE1-C5A74F9C0536}" destId="{506BC9B3-25A4-4E3E-9822-ACFC5796EF7A}" srcOrd="1" destOrd="0" parTransId="{3507F302-B8E4-4065-A866-9D1A08479811}" sibTransId="{1EC708AA-3B94-4AE6-BAB8-7AC59142D142}"/>
    <dgm:cxn modelId="{89072A5D-0663-4A61-90D7-83EE1780B09E}" type="presOf" srcId="{C1312032-B234-45CC-A8FE-E9A988B97BEA}" destId="{D1EA7380-CBBF-48E4-904D-074268CF5DF4}" srcOrd="0" destOrd="2" presId="urn:microsoft.com/office/officeart/2005/8/layout/vList5"/>
    <dgm:cxn modelId="{09DC3142-6FD1-4049-8F97-E3388B2DE126}" type="presOf" srcId="{7865630E-2F1F-49E0-947D-950EFE446F92}" destId="{41BC9519-769C-45DB-8C0D-23DB7562FA39}" srcOrd="0" destOrd="0" presId="urn:microsoft.com/office/officeart/2005/8/layout/vList5"/>
    <dgm:cxn modelId="{591AD342-0467-4931-A3CF-FFDCF9695F25}" type="presOf" srcId="{4268318D-F16F-45EF-9168-12BD069D1E8B}" destId="{49EAEEF9-F3BB-4346-9278-4E7F68ED9136}" srcOrd="0" destOrd="0" presId="urn:microsoft.com/office/officeart/2005/8/layout/vList5"/>
    <dgm:cxn modelId="{7F80884D-21F5-475A-86EF-E320EF74A44C}" srcId="{BE52B3CA-446C-43F0-94BC-493B06DA85B6}" destId="{4394BDCB-FA6A-4E72-A052-68F5C3E3EBD9}" srcOrd="0" destOrd="0" parTransId="{924BAF2F-5B1C-46EC-805B-1409E824F643}" sibTransId="{0412A4A8-2DDC-4C9E-BEE5-B37C06DBDB45}"/>
    <dgm:cxn modelId="{4C796272-6878-45B1-AC6B-AF044CB5C647}" type="presOf" srcId="{6A575F26-A01E-4E15-BB51-AC5285CE24C9}" destId="{A770C308-DFB9-4941-BD9E-7658CBA55A82}" srcOrd="0" destOrd="1" presId="urn:microsoft.com/office/officeart/2005/8/layout/vList5"/>
    <dgm:cxn modelId="{B297FD55-5593-4A36-A0B3-0AF3DD0FC91D}" srcId="{7865630E-2F1F-49E0-947D-950EFE446F92}" destId="{4268318D-F16F-45EF-9168-12BD069D1E8B}" srcOrd="0" destOrd="0" parTransId="{2C565D3A-D44F-435C-928F-E9CBF94D3850}" sibTransId="{F9CC9511-4AD4-4206-89B1-610C3CA57172}"/>
    <dgm:cxn modelId="{E19F4857-87BB-4BE0-8874-D0932F2402C6}" srcId="{563D3365-613D-4B58-9CE1-C5A74F9C0536}" destId="{8BEFDFE9-DB50-4FB7-AD09-6247C8BE7370}" srcOrd="0" destOrd="0" parTransId="{D4063314-2451-48DF-AC9B-5A430B53975D}" sibTransId="{B4DFCE00-72A7-4C56-AEB2-13AB16A29291}"/>
    <dgm:cxn modelId="{CA976759-6B2C-4105-B87C-288A1F5E1BA4}" srcId="{BE52B3CA-446C-43F0-94BC-493B06DA85B6}" destId="{C1312032-B234-45CC-A8FE-E9A988B97BEA}" srcOrd="2" destOrd="0" parTransId="{AECB30B4-D357-4301-A8F5-954AB105D293}" sibTransId="{71DE6256-C309-4FE4-A2B9-6B5A1E8AB667}"/>
    <dgm:cxn modelId="{9F97F159-92FA-460D-858E-2BF5040032FB}" srcId="{7865630E-2F1F-49E0-947D-950EFE446F92}" destId="{BE52B3CA-446C-43F0-94BC-493B06DA85B6}" srcOrd="1" destOrd="0" parTransId="{0AA96D4D-D13C-4BBA-BB35-B0EB8D0D642A}" sibTransId="{8B074B79-33B6-4DE0-8E00-E35F41734565}"/>
    <dgm:cxn modelId="{EC19067F-0F25-4E6D-A33D-FB31171845AF}" type="presOf" srcId="{9AEEBF5C-8B5A-47EC-AA23-D79D621D6363}" destId="{A770C308-DFB9-4941-BD9E-7658CBA55A82}" srcOrd="0" destOrd="0" presId="urn:microsoft.com/office/officeart/2005/8/layout/vList5"/>
    <dgm:cxn modelId="{554C6D9B-F3F5-46B8-BD13-EDD845990DDC}" srcId="{4268318D-F16F-45EF-9168-12BD069D1E8B}" destId="{9AEEBF5C-8B5A-47EC-AA23-D79D621D6363}" srcOrd="0" destOrd="0" parTransId="{BD5B9DD8-CC46-441C-B368-CFABEF9C7AB8}" sibTransId="{F69692FC-CE07-4DEB-A0DD-494CEB39A574}"/>
    <dgm:cxn modelId="{27DED89C-4162-4806-A055-BB74F9AB6AEF}" srcId="{BE52B3CA-446C-43F0-94BC-493B06DA85B6}" destId="{55781759-DCEE-40C9-A3FA-8F04AB668BCD}" srcOrd="1" destOrd="0" parTransId="{4F28EE51-B147-4504-9D0D-52E9AFD1F90B}" sibTransId="{8638E10C-1C77-482C-A4FE-1997B49F1CAA}"/>
    <dgm:cxn modelId="{1D87849D-1A60-41DC-B726-819C1AEF842B}" type="presOf" srcId="{227BB3D1-6C3F-4037-84BD-DC0BE100F798}" destId="{EC39413B-E0F6-4FAA-8965-85C269521F3C}" srcOrd="0" destOrd="2" presId="urn:microsoft.com/office/officeart/2005/8/layout/vList5"/>
    <dgm:cxn modelId="{D42AD79F-B0A8-4F78-95A1-0D5EB748EB70}" type="presOf" srcId="{8BEFDFE9-DB50-4FB7-AD09-6247C8BE7370}" destId="{EC39413B-E0F6-4FAA-8965-85C269521F3C}" srcOrd="0" destOrd="0" presId="urn:microsoft.com/office/officeart/2005/8/layout/vList5"/>
    <dgm:cxn modelId="{1692BCB2-DD2A-4634-AF14-8948A21D2ACD}" type="presOf" srcId="{563D3365-613D-4B58-9CE1-C5A74F9C0536}" destId="{E1DBB671-C95C-482D-ABF1-5ADBF0D6DF11}" srcOrd="0" destOrd="0" presId="urn:microsoft.com/office/officeart/2005/8/layout/vList5"/>
    <dgm:cxn modelId="{45582EC9-A695-4B78-997B-EC390141994E}" type="presOf" srcId="{506BC9B3-25A4-4E3E-9822-ACFC5796EF7A}" destId="{EC39413B-E0F6-4FAA-8965-85C269521F3C}" srcOrd="0" destOrd="1" presId="urn:microsoft.com/office/officeart/2005/8/layout/vList5"/>
    <dgm:cxn modelId="{BACEBAD3-094D-4659-9075-B51DB8938B7A}" type="presOf" srcId="{4394BDCB-FA6A-4E72-A052-68F5C3E3EBD9}" destId="{D1EA7380-CBBF-48E4-904D-074268CF5DF4}" srcOrd="0" destOrd="0" presId="urn:microsoft.com/office/officeart/2005/8/layout/vList5"/>
    <dgm:cxn modelId="{0F9224F6-F7BB-4D56-957F-C02D9B5FF05F}" srcId="{4268318D-F16F-45EF-9168-12BD069D1E8B}" destId="{6A575F26-A01E-4E15-BB51-AC5285CE24C9}" srcOrd="1" destOrd="0" parTransId="{B319D434-BD98-4281-8FED-85E5BED44AD9}" sibTransId="{20517DFC-B63D-44AE-A3F0-D1CD36549D28}"/>
    <dgm:cxn modelId="{2A2CF842-2EA4-4CBE-B0FE-24373833682F}" type="presParOf" srcId="{41BC9519-769C-45DB-8C0D-23DB7562FA39}" destId="{2A7CE164-8A2B-44A8-B998-92225CCC1E66}" srcOrd="0" destOrd="0" presId="urn:microsoft.com/office/officeart/2005/8/layout/vList5"/>
    <dgm:cxn modelId="{126C972C-423F-4671-945F-9AF9414D8BBD}" type="presParOf" srcId="{2A7CE164-8A2B-44A8-B998-92225CCC1E66}" destId="{49EAEEF9-F3BB-4346-9278-4E7F68ED9136}" srcOrd="0" destOrd="0" presId="urn:microsoft.com/office/officeart/2005/8/layout/vList5"/>
    <dgm:cxn modelId="{FB5496BF-F9B6-405F-8288-4107894933FF}" type="presParOf" srcId="{2A7CE164-8A2B-44A8-B998-92225CCC1E66}" destId="{A770C308-DFB9-4941-BD9E-7658CBA55A82}" srcOrd="1" destOrd="0" presId="urn:microsoft.com/office/officeart/2005/8/layout/vList5"/>
    <dgm:cxn modelId="{56DE812F-0049-4D9B-8BA7-332CC4F7AD89}" type="presParOf" srcId="{41BC9519-769C-45DB-8C0D-23DB7562FA39}" destId="{42E34F17-9AA0-466F-93CF-EF205F3E7A54}" srcOrd="1" destOrd="0" presId="urn:microsoft.com/office/officeart/2005/8/layout/vList5"/>
    <dgm:cxn modelId="{CCE9B57A-BF53-4347-B00E-12E33DC2CF4B}" type="presParOf" srcId="{41BC9519-769C-45DB-8C0D-23DB7562FA39}" destId="{DD01BA94-B762-43E7-8B05-8D6C9EDB5D50}" srcOrd="2" destOrd="0" presId="urn:microsoft.com/office/officeart/2005/8/layout/vList5"/>
    <dgm:cxn modelId="{20CD2065-321A-4CD2-A064-E849F9B54BEF}" type="presParOf" srcId="{DD01BA94-B762-43E7-8B05-8D6C9EDB5D50}" destId="{503AFDED-65A0-4B3C-8D4B-10D4C37B3DB7}" srcOrd="0" destOrd="0" presId="urn:microsoft.com/office/officeart/2005/8/layout/vList5"/>
    <dgm:cxn modelId="{3C777010-2A56-4CB9-8E36-1DC34915CAFB}" type="presParOf" srcId="{DD01BA94-B762-43E7-8B05-8D6C9EDB5D50}" destId="{D1EA7380-CBBF-48E4-904D-074268CF5DF4}" srcOrd="1" destOrd="0" presId="urn:microsoft.com/office/officeart/2005/8/layout/vList5"/>
    <dgm:cxn modelId="{60141DB8-F9BE-4D14-BD4C-A0D1BEE6B09F}" type="presParOf" srcId="{41BC9519-769C-45DB-8C0D-23DB7562FA39}" destId="{4DB7A482-FA29-4BF8-A9A7-67C7BA925BE7}" srcOrd="3" destOrd="0" presId="urn:microsoft.com/office/officeart/2005/8/layout/vList5"/>
    <dgm:cxn modelId="{B67E8A0F-EC3D-404F-866F-A6F3DDDB90C6}" type="presParOf" srcId="{41BC9519-769C-45DB-8C0D-23DB7562FA39}" destId="{778B0507-B5F4-4BF3-9710-0EDE459C11D8}" srcOrd="4" destOrd="0" presId="urn:microsoft.com/office/officeart/2005/8/layout/vList5"/>
    <dgm:cxn modelId="{3F01B4CA-1D9A-44DF-A4FB-60D986467728}" type="presParOf" srcId="{778B0507-B5F4-4BF3-9710-0EDE459C11D8}" destId="{E1DBB671-C95C-482D-ABF1-5ADBF0D6DF11}" srcOrd="0" destOrd="0" presId="urn:microsoft.com/office/officeart/2005/8/layout/vList5"/>
    <dgm:cxn modelId="{EC2B5964-811D-4BAA-9BD3-C47E4B1F3EAE}" type="presParOf" srcId="{778B0507-B5F4-4BF3-9710-0EDE459C11D8}" destId="{EC39413B-E0F6-4FAA-8965-85C269521F3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865630E-2F1F-49E0-947D-950EFE446F92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52B3CA-446C-43F0-94BC-493B06DA85B6}">
      <dgm:prSet phldrT="[Text]" custT="1"/>
      <dgm:spPr>
        <a:solidFill>
          <a:srgbClr val="74B44A"/>
        </a:solidFill>
      </dgm:spPr>
      <dgm:t>
        <a:bodyPr/>
        <a:lstStyle/>
        <a:p>
          <a:r>
            <a: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Creating</a:t>
          </a:r>
        </a:p>
      </dgm:t>
    </dgm:pt>
    <dgm:pt modelId="{0AA96D4D-D13C-4BBA-BB35-B0EB8D0D642A}" type="parTrans" cxnId="{9F97F159-92FA-460D-858E-2BF5040032FB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8B074B79-33B6-4DE0-8E00-E35F41734565}" type="sibTrans" cxnId="{9F97F159-92FA-460D-858E-2BF5040032FB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563D3365-613D-4B58-9CE1-C5A74F9C0536}">
      <dgm:prSet phldrT="[Text]" custT="1"/>
      <dgm:spPr>
        <a:solidFill>
          <a:srgbClr val="74B44A"/>
        </a:solidFill>
      </dgm:spPr>
      <dgm:t>
        <a:bodyPr/>
        <a:lstStyle/>
        <a:p>
          <a:r>
            <a: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Measuring</a:t>
          </a:r>
        </a:p>
      </dgm:t>
    </dgm:pt>
    <dgm:pt modelId="{C9967A84-5FF7-407F-A359-00EC246F67F4}" type="parTrans" cxnId="{FC7C472C-2A05-46E2-A69A-5F3D611C6D5B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AA1D5965-84C8-4821-B173-AC8B81C5228A}" type="sibTrans" cxnId="{FC7C472C-2A05-46E2-A69A-5F3D611C6D5B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8BEFDFE9-DB50-4FB7-AD09-6247C8BE7370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14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Sz</a:t>
          </a: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= size (A);	         [</a:t>
          </a:r>
          <a:r>
            <a:rPr lang="en-US" sz="14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Nrows</a:t>
          </a: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, </a:t>
          </a:r>
          <a:r>
            <a:rPr lang="en-US" sz="14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Ncolums</a:t>
          </a: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, …] = size (A);</a:t>
          </a:r>
        </a:p>
      </dgm:t>
    </dgm:pt>
    <dgm:pt modelId="{D4063314-2451-48DF-AC9B-5A430B53975D}" type="parTrans" cxnId="{E19F4857-87BB-4BE0-8874-D0932F2402C6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B4DFCE00-72A7-4C56-AEB2-13AB16A29291}" type="sibTrans" cxnId="{E19F4857-87BB-4BE0-8874-D0932F2402C6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4394BDCB-FA6A-4E72-A052-68F5C3E3EBD9}">
          <dgm:prSet phldrT="[Text]" custT="1"/>
          <dgm:spPr>
            <a:solidFill>
              <a:schemeClr val="accent6">
                <a:lumMod val="20000"/>
                <a:lumOff val="80000"/>
                <a:alpha val="90000"/>
              </a:schemeClr>
            </a:solidFill>
          </dgm:spPr>
          <dgm:t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A = [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sz="160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m:ctrlPr>
                    </m:sSubPr>
                    <m:e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𝑎</m:t>
                      </m:r>
                    </m:e>
                    <m:sub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11</m:t>
                      </m:r>
                    </m:sub>
                  </m:sSub>
                </m:oMath>
              </a14:m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,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sz="160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m:ctrlPr>
                    </m:sSubPr>
                    <m:e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𝑎</m:t>
                      </m:r>
                    </m:e>
                    <m:sub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12</m:t>
                      </m:r>
                    </m:sub>
                  </m:sSub>
                </m:oMath>
              </a14:m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, … ,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sz="160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m:ctrlPr>
                    </m:sSubPr>
                    <m:e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𝑎</m:t>
                      </m:r>
                    </m:e>
                    <m:sub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1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𝑛</m:t>
                      </m:r>
                    </m:sub>
                  </m:sSub>
                </m:oMath>
              </a14:m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;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sz="160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m:ctrlPr>
                    </m:sSubPr>
                    <m:e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𝑎</m:t>
                      </m:r>
                    </m:e>
                    <m:sub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21</m:t>
                      </m:r>
                    </m:sub>
                  </m:sSub>
                </m:oMath>
              </a14:m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,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sz="160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m:ctrlPr>
                    </m:sSubPr>
                    <m:e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𝑎</m:t>
                      </m:r>
                    </m:e>
                    <m:sub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22</m:t>
                      </m:r>
                    </m:sub>
                  </m:sSub>
                </m:oMath>
              </a14:m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, … ,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sz="160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m:ctrlPr>
                    </m:sSubPr>
                    <m:e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𝑎</m:t>
                      </m:r>
                    </m:e>
                    <m:sub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2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𝑛</m:t>
                      </m:r>
                    </m:sub>
                  </m:sSub>
                </m:oMath>
              </a14:m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; </a:t>
              </a:r>
            </a:p>
          </dgm:t>
        </dgm:pt>
      </mc:Choice>
      <mc:Fallback xmlns="">
        <dgm:pt modelId="{4394BDCB-FA6A-4E72-A052-68F5C3E3EBD9}">
          <dgm:prSet phldrT="[Text]" custT="1"/>
          <dgm:spPr>
            <a:solidFill>
              <a:schemeClr val="accent6">
                <a:lumMod val="20000"/>
                <a:lumOff val="80000"/>
                <a:alpha val="90000"/>
              </a:schemeClr>
            </a:solidFill>
          </dgm:spPr>
          <dgm:t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A = [ </a:t>
              </a:r>
              <a:r>
                <a:rPr lang="en-US" sz="1600" b="0" i="0">
                  <a:latin typeface="Cambria Math" panose="02040503050406030204" pitchFamily="18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𝑎_11</a:t>
              </a:r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, </a:t>
              </a:r>
              <a:r>
                <a:rPr lang="en-US" sz="1600" b="0" i="0">
                  <a:latin typeface="Cambria Math" panose="02040503050406030204" pitchFamily="18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𝑎_12</a:t>
              </a:r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, … , </a:t>
              </a:r>
              <a:r>
                <a:rPr lang="en-US" sz="1600" b="0" i="0">
                  <a:latin typeface="Cambria Math" panose="02040503050406030204" pitchFamily="18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𝑎_1𝑛</a:t>
              </a:r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; </a:t>
              </a:r>
              <a:r>
                <a:rPr lang="en-US" sz="1600" b="0" i="0">
                  <a:latin typeface="Cambria Math" panose="02040503050406030204" pitchFamily="18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𝑎_21</a:t>
              </a:r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, </a:t>
              </a:r>
              <a:r>
                <a:rPr lang="en-US" sz="1600" b="0" i="0">
                  <a:latin typeface="Cambria Math" panose="02040503050406030204" pitchFamily="18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𝑎_22</a:t>
              </a:r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, … , </a:t>
              </a:r>
              <a:r>
                <a:rPr lang="en-US" sz="1600" b="0" i="0">
                  <a:latin typeface="Cambria Math" panose="02040503050406030204" pitchFamily="18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𝑎_2𝑛</a:t>
              </a:r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; </a:t>
              </a:r>
            </a:p>
          </dgm:t>
        </dgm:pt>
      </mc:Fallback>
    </mc:AlternateContent>
    <dgm:pt modelId="{0412A4A8-2DDC-4C9E-BEE5-B37C06DBDB45}" type="sibTrans" cxnId="{7F80884D-21F5-475A-86EF-E320EF74A44C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924BAF2F-5B1C-46EC-805B-1409E824F643}" type="parTrans" cxnId="{7F80884D-21F5-475A-86EF-E320EF74A44C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12AE75CF-B422-49B2-B814-C3AD5CD4F940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>
            <a:lnSpc>
              <a:spcPct val="100000"/>
            </a:lnSpc>
            <a:spcBef>
              <a:spcPct val="0"/>
            </a:spcBef>
            <a:buNone/>
          </a:pPr>
          <a:r>
            <a:rPr lang="en-US" sz="16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		.</a:t>
          </a:r>
        </a:p>
      </dgm:t>
    </dgm:pt>
    <dgm:pt modelId="{44852C52-CCAF-4EB2-9FF2-5E2BCB65283F}" type="parTrans" cxnId="{06C0D96F-F9E1-4A09-BB9B-D5ED9A2CC029}">
      <dgm:prSet/>
      <dgm:spPr/>
      <dgm:t>
        <a:bodyPr/>
        <a:lstStyle/>
        <a:p>
          <a:endParaRPr lang="en-US"/>
        </a:p>
      </dgm:t>
    </dgm:pt>
    <dgm:pt modelId="{DF24A23C-0D30-4740-8537-A345A6823C49}" type="sibTrans" cxnId="{06C0D96F-F9E1-4A09-BB9B-D5ED9A2CC029}">
      <dgm:prSet/>
      <dgm:spPr/>
      <dgm:t>
        <a:bodyPr/>
        <a:lstStyle/>
        <a:p>
          <a:endParaRPr lang="en-US"/>
        </a:p>
      </dgm:t>
    </dgm:pt>
    <dgm:pt modelId="{83EB91AC-B8DF-4323-A916-7EB51FE2972D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>
            <a:lnSpc>
              <a:spcPct val="100000"/>
            </a:lnSpc>
            <a:spcBef>
              <a:spcPct val="0"/>
            </a:spcBef>
            <a:buNone/>
          </a:pPr>
          <a:r>
            <a:rPr lang="en-US" sz="16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		.</a:t>
          </a:r>
        </a:p>
      </dgm:t>
    </dgm:pt>
    <dgm:pt modelId="{DFDC0A2C-79C4-42D3-8B18-1000CEDCE2F9}" type="parTrans" cxnId="{0F2FB1C2-6FFE-4B74-B08A-03F5D581F816}">
      <dgm:prSet/>
      <dgm:spPr/>
      <dgm:t>
        <a:bodyPr/>
        <a:lstStyle/>
        <a:p>
          <a:endParaRPr lang="en-US"/>
        </a:p>
      </dgm:t>
    </dgm:pt>
    <dgm:pt modelId="{98C58C66-8BF5-4939-9260-8CDCCEFC0E41}" type="sibTrans" cxnId="{0F2FB1C2-6FFE-4B74-B08A-03F5D581F816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6ABA4E5C-F33D-4B35-8E19-6EA920852FFB}">
          <dgm:prSet phldrT="[Text]" custT="1"/>
          <dgm:spPr>
            <a:solidFill>
              <a:schemeClr val="accent6">
                <a:lumMod val="20000"/>
                <a:lumOff val="80000"/>
                <a:alpha val="90000"/>
              </a:schemeClr>
            </a:solidFill>
          </dgm:spPr>
          <dgm:t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		;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sz="160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m:ctrlPr>
                    </m:sSubPr>
                    <m:e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𝑎</m:t>
                      </m:r>
                    </m:e>
                    <m:sub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𝑚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1</m:t>
                      </m:r>
                    </m:sub>
                  </m:sSub>
                </m:oMath>
              </a14:m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,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sz="160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m:ctrlPr>
                    </m:sSubPr>
                    <m:e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𝑎</m:t>
                      </m:r>
                    </m:e>
                    <m:sub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𝑚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2</m:t>
                      </m:r>
                    </m:sub>
                  </m:sSub>
                </m:oMath>
              </a14:m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, … ,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sz="160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m:ctrlPr>
                    </m:sSubPr>
                    <m:e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𝑎</m:t>
                      </m:r>
                    </m:e>
                    <m:sub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𝑚𝑛</m:t>
                      </m:r>
                    </m:sub>
                  </m:sSub>
                </m:oMath>
              </a14:m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];</a:t>
              </a:r>
            </a:p>
          </dgm:t>
        </dgm:pt>
      </mc:Choice>
      <mc:Fallback xmlns="">
        <dgm:pt modelId="{6ABA4E5C-F33D-4B35-8E19-6EA920852FFB}">
          <dgm:prSet phldrT="[Text]" custT="1"/>
          <dgm:spPr>
            <a:solidFill>
              <a:schemeClr val="accent6">
                <a:lumMod val="20000"/>
                <a:lumOff val="80000"/>
                <a:alpha val="90000"/>
              </a:schemeClr>
            </a:solidFill>
          </dgm:spPr>
          <dgm:t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		; </a:t>
              </a:r>
              <a:r>
                <a:rPr lang="en-US" sz="1600" b="0" i="0">
                  <a:latin typeface="Cambria Math" panose="02040503050406030204" pitchFamily="18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𝑎_𝑚1</a:t>
              </a:r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, </a:t>
              </a:r>
              <a:r>
                <a:rPr lang="en-US" sz="1600" b="0" i="0">
                  <a:latin typeface="Cambria Math" panose="02040503050406030204" pitchFamily="18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𝑎_𝑚2</a:t>
              </a:r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, … , </a:t>
              </a:r>
              <a:r>
                <a:rPr lang="en-US" sz="1600" b="0" i="0">
                  <a:latin typeface="Cambria Math" panose="02040503050406030204" pitchFamily="18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𝑎_𝑚𝑛</a:t>
              </a:r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];</a:t>
              </a:r>
            </a:p>
          </dgm:t>
        </dgm:pt>
      </mc:Fallback>
    </mc:AlternateContent>
    <dgm:pt modelId="{2C51191E-A5CB-4D76-A203-6B80E49028E7}" type="parTrans" cxnId="{144112CB-3984-436A-BD9E-7A318C8DC9B6}">
      <dgm:prSet/>
      <dgm:spPr/>
      <dgm:t>
        <a:bodyPr/>
        <a:lstStyle/>
        <a:p>
          <a:endParaRPr lang="en-US"/>
        </a:p>
      </dgm:t>
    </dgm:pt>
    <dgm:pt modelId="{78ABF72B-237D-4ECA-B48B-8FE221377F61}" type="sibTrans" cxnId="{144112CB-3984-436A-BD9E-7A318C8DC9B6}">
      <dgm:prSet/>
      <dgm:spPr/>
      <dgm:t>
        <a:bodyPr/>
        <a:lstStyle/>
        <a:p>
          <a:endParaRPr lang="en-US"/>
        </a:p>
      </dgm:t>
    </dgm:pt>
    <dgm:pt modelId="{5D047ACF-ECFE-4C0E-8F4A-031DB350BC9A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>
            <a:lnSpc>
              <a:spcPct val="100000"/>
            </a:lnSpc>
            <a:spcBef>
              <a:spcPct val="0"/>
            </a:spcBef>
            <a:buFont typeface="Arial" panose="020B0604020202020204" pitchFamily="34" charset="0"/>
            <a:buNone/>
          </a:pPr>
          <a:r>
            <a:rPr lang="en-US" sz="16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		.</a:t>
          </a:r>
        </a:p>
      </dgm:t>
    </dgm:pt>
    <dgm:pt modelId="{2D355DBD-E342-43BB-9D84-8AF5147EAA69}" type="parTrans" cxnId="{3C9D005F-C11E-4284-A7AD-C670E95890D3}">
      <dgm:prSet/>
      <dgm:spPr/>
      <dgm:t>
        <a:bodyPr/>
        <a:lstStyle/>
        <a:p>
          <a:endParaRPr lang="en-US"/>
        </a:p>
      </dgm:t>
    </dgm:pt>
    <dgm:pt modelId="{860E28F4-4B0D-4BBD-BF59-462CC378CA4D}" type="sibTrans" cxnId="{3C9D005F-C11E-4284-A7AD-C670E95890D3}">
      <dgm:prSet/>
      <dgm:spPr/>
      <dgm:t>
        <a:bodyPr/>
        <a:lstStyle/>
        <a:p>
          <a:endParaRPr lang="en-US"/>
        </a:p>
      </dgm:t>
    </dgm:pt>
    <dgm:pt modelId="{7AC2DD07-AB6D-4E46-B272-1AA5BFA91535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ND = </a:t>
          </a:r>
          <a:r>
            <a:rPr lang="en-US" sz="14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ndims</a:t>
          </a: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(A);</a:t>
          </a:r>
        </a:p>
      </dgm:t>
    </dgm:pt>
    <dgm:pt modelId="{596C0002-8495-4290-82B9-719D6C722A9A}" type="parTrans" cxnId="{FC9BB3BF-2CA9-453C-9B92-4817B216C476}">
      <dgm:prSet/>
      <dgm:spPr/>
      <dgm:t>
        <a:bodyPr/>
        <a:lstStyle/>
        <a:p>
          <a:endParaRPr lang="en-US"/>
        </a:p>
      </dgm:t>
    </dgm:pt>
    <dgm:pt modelId="{3BC4BD24-D85A-4097-95B0-B7AD91A5DF1C}" type="sibTrans" cxnId="{FC9BB3BF-2CA9-453C-9B92-4817B216C476}">
      <dgm:prSet/>
      <dgm:spPr/>
      <dgm:t>
        <a:bodyPr/>
        <a:lstStyle/>
        <a:p>
          <a:endParaRPr lang="en-US"/>
        </a:p>
      </dgm:t>
    </dgm:pt>
    <dgm:pt modelId="{CA0BEAFC-69DD-41AF-A55C-26CA1C8896DD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 = </a:t>
          </a:r>
          <a:r>
            <a:rPr lang="en-US" sz="14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numel</a:t>
          </a: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(A);</a:t>
          </a:r>
        </a:p>
      </dgm:t>
    </dgm:pt>
    <dgm:pt modelId="{82C03DC7-5550-4769-9CE9-FEBCA0B57209}" type="parTrans" cxnId="{2A47C319-C887-428A-9E9E-29E8C7BA674E}">
      <dgm:prSet/>
      <dgm:spPr/>
      <dgm:t>
        <a:bodyPr/>
        <a:lstStyle/>
        <a:p>
          <a:endParaRPr lang="en-US"/>
        </a:p>
      </dgm:t>
    </dgm:pt>
    <dgm:pt modelId="{5BAE8E41-B750-4814-A13A-DE08AABAABBE}" type="sibTrans" cxnId="{2A47C319-C887-428A-9E9E-29E8C7BA674E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1705AE45-E481-44D0-AFE0-8AE5DA3B6122}">
          <dgm:prSet phldrT="[Text]" custT="1"/>
          <dgm:spPr>
            <a:solidFill>
              <a:schemeClr val="accent6">
                <a:lumMod val="20000"/>
                <a:lumOff val="80000"/>
                <a:alpha val="90000"/>
              </a:schemeClr>
            </a:solidFill>
          </dgm:spPr>
          <dgm:t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sz="1600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, </a:t>
              </a:r>
              <a14:m>
                <m:oMath xmlns:m="http://schemas.openxmlformats.org/officeDocument/2006/math">
                  <m:r>
                    <a:rPr lang="en-US" sz="1600" b="0" i="1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 </m:t>
                  </m:r>
                  <m:groupChr>
                    <m:groupChrPr>
                      <m:chr m:val="↔"/>
                      <m:vertJc m:val="bot"/>
                      <m:ctrlP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m:ctrlPr>
                    </m:groupChrPr>
                    <m:e/>
                  </m:groupChr>
                  <m:r>
                    <a:rPr lang="en-US" sz="1600" b="0" i="1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  </m:t>
                  </m:r>
                  <m:r>
                    <a:rPr lang="en-US" sz="1600" b="0" i="1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𝑆𝑝𝑎𝑐𝑒</m:t>
                  </m:r>
                </m:oMath>
              </a14:m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</a:t>
              </a:r>
            </a:p>
          </dgm:t>
        </dgm:pt>
      </mc:Choice>
      <mc:Fallback xmlns="">
        <dgm:pt modelId="{1705AE45-E481-44D0-AFE0-8AE5DA3B6122}">
          <dgm:prSet phldrT="[Text]" custT="1"/>
          <dgm:spPr>
            <a:solidFill>
              <a:schemeClr val="accent6">
                <a:lumMod val="20000"/>
                <a:lumOff val="80000"/>
                <a:alpha val="90000"/>
              </a:schemeClr>
            </a:solidFill>
          </dgm:spPr>
          <dgm:t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sz="1600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, </a:t>
              </a:r>
              <a:r>
                <a:rPr lang="en-US" sz="1600" b="0" i="0">
                  <a:latin typeface="Cambria Math" panose="02040503050406030204" pitchFamily="18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↔┴   𝑆𝑝𝑎𝑐𝑒</a:t>
              </a:r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</a:t>
              </a:r>
            </a:p>
          </dgm:t>
        </dgm:pt>
      </mc:Fallback>
    </mc:AlternateContent>
    <dgm:pt modelId="{B5D80416-1CEC-41E0-B16C-E73411649F25}" type="parTrans" cxnId="{40BC19B1-46F3-4757-B755-6B9BD8FF04FF}">
      <dgm:prSet/>
      <dgm:spPr/>
      <dgm:t>
        <a:bodyPr/>
        <a:lstStyle/>
        <a:p>
          <a:endParaRPr lang="en-US"/>
        </a:p>
      </dgm:t>
    </dgm:pt>
    <dgm:pt modelId="{8765232D-9F4E-408E-9CBA-33FE439C055C}" type="sibTrans" cxnId="{40BC19B1-46F3-4757-B755-6B9BD8FF04FF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849EAF09-8258-4302-88D1-7811CF058645}">
          <dgm:prSet phldrT="[Text]" custT="1"/>
          <dgm:spPr>
            <a:solidFill>
              <a:schemeClr val="accent6">
                <a:lumMod val="20000"/>
                <a:lumOff val="80000"/>
                <a:alpha val="90000"/>
              </a:schemeClr>
            </a:solidFill>
          </dgm:spPr>
          <dgm:t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sz="1600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; </a:t>
              </a:r>
              <a14:m>
                <m:oMath xmlns:m="http://schemas.openxmlformats.org/officeDocument/2006/math">
                  <m:r>
                    <a:rPr lang="en-US" sz="1600" b="0" i="1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 </m:t>
                  </m:r>
                  <m:groupChr>
                    <m:groupChrPr>
                      <m:chr m:val="↔"/>
                      <m:vertJc m:val="bot"/>
                      <m:ctrlP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m:ctrlPr>
                    </m:groupChrPr>
                    <m:e/>
                  </m:groupChr>
                  <m:r>
                    <a:rPr lang="en-US" sz="1600" b="0" i="1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  </m:t>
                  </m:r>
                  <m:r>
                    <a:rPr lang="en-US" sz="1600" b="0" i="1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𝐸𝑛𝑡𝑒𝑟</m:t>
                  </m:r>
                </m:oMath>
              </a14:m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</a:t>
              </a:r>
            </a:p>
          </dgm:t>
        </dgm:pt>
      </mc:Choice>
      <mc:Fallback xmlns="">
        <dgm:pt modelId="{849EAF09-8258-4302-88D1-7811CF058645}">
          <dgm:prSet phldrT="[Text]" custT="1"/>
          <dgm:spPr>
            <a:solidFill>
              <a:schemeClr val="accent6">
                <a:lumMod val="20000"/>
                <a:lumOff val="80000"/>
                <a:alpha val="90000"/>
              </a:schemeClr>
            </a:solidFill>
          </dgm:spPr>
          <dgm:t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sz="1600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; </a:t>
              </a:r>
              <a:r>
                <a:rPr lang="en-US" sz="1600" b="0" i="0">
                  <a:latin typeface="Cambria Math" panose="02040503050406030204" pitchFamily="18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↔┴   𝐸𝑛𝑡𝑒𝑟</a:t>
              </a:r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</a:t>
              </a:r>
            </a:p>
          </dgm:t>
        </dgm:pt>
      </mc:Fallback>
    </mc:AlternateContent>
    <dgm:pt modelId="{BE4A84D2-D032-4337-8B08-D05BBE3002E1}" type="parTrans" cxnId="{75BBFCDC-DF6A-45DD-8BBB-A3150AC91447}">
      <dgm:prSet/>
      <dgm:spPr/>
      <dgm:t>
        <a:bodyPr/>
        <a:lstStyle/>
        <a:p>
          <a:endParaRPr lang="en-US"/>
        </a:p>
      </dgm:t>
    </dgm:pt>
    <dgm:pt modelId="{4190BFDB-F502-4615-8F4B-060D103CABB2}" type="sibTrans" cxnId="{75BBFCDC-DF6A-45DD-8BBB-A3150AC91447}">
      <dgm:prSet/>
      <dgm:spPr/>
      <dgm:t>
        <a:bodyPr/>
        <a:lstStyle/>
        <a:p>
          <a:endParaRPr lang="en-US"/>
        </a:p>
      </dgm:t>
    </dgm:pt>
    <dgm:pt modelId="{8F39EAAD-9C48-4359-B0C8-A6C20A448400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>
            <a:lnSpc>
              <a:spcPct val="100000"/>
            </a:lnSpc>
            <a:spcBef>
              <a:spcPct val="0"/>
            </a:spcBef>
            <a:buNone/>
          </a:pPr>
          <a:endParaRPr lang="en-US" sz="16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1C11773A-D0BC-47E0-B7EA-F42BAAD01594}" type="parTrans" cxnId="{C4130150-5FB5-4CD1-95B8-A8C4DDBE1A14}">
      <dgm:prSet/>
      <dgm:spPr/>
      <dgm:t>
        <a:bodyPr/>
        <a:lstStyle/>
        <a:p>
          <a:endParaRPr lang="en-US"/>
        </a:p>
      </dgm:t>
    </dgm:pt>
    <dgm:pt modelId="{88F169DC-789B-431B-BB7C-DD7A3DBC2FE4}" type="sibTrans" cxnId="{C4130150-5FB5-4CD1-95B8-A8C4DDBE1A14}">
      <dgm:prSet/>
      <dgm:spPr/>
      <dgm:t>
        <a:bodyPr/>
        <a:lstStyle/>
        <a:p>
          <a:endParaRPr lang="en-US"/>
        </a:p>
      </dgm:t>
    </dgm:pt>
    <dgm:pt modelId="{41BC9519-769C-45DB-8C0D-23DB7562FA39}" type="pres">
      <dgm:prSet presAssocID="{7865630E-2F1F-49E0-947D-950EFE446F92}" presName="Name0" presStyleCnt="0">
        <dgm:presLayoutVars>
          <dgm:dir/>
          <dgm:animLvl val="lvl"/>
          <dgm:resizeHandles val="exact"/>
        </dgm:presLayoutVars>
      </dgm:prSet>
      <dgm:spPr/>
    </dgm:pt>
    <dgm:pt modelId="{DD01BA94-B762-43E7-8B05-8D6C9EDB5D50}" type="pres">
      <dgm:prSet presAssocID="{BE52B3CA-446C-43F0-94BC-493B06DA85B6}" presName="linNode" presStyleCnt="0"/>
      <dgm:spPr/>
    </dgm:pt>
    <dgm:pt modelId="{503AFDED-65A0-4B3C-8D4B-10D4C37B3DB7}" type="pres">
      <dgm:prSet presAssocID="{BE52B3CA-446C-43F0-94BC-493B06DA85B6}" presName="parentText" presStyleLbl="node1" presStyleIdx="0" presStyleCnt="2" custScaleX="90400" custScaleY="83226">
        <dgm:presLayoutVars>
          <dgm:chMax val="1"/>
          <dgm:bulletEnabled val="1"/>
        </dgm:presLayoutVars>
      </dgm:prSet>
      <dgm:spPr/>
    </dgm:pt>
    <dgm:pt modelId="{D1EA7380-CBBF-48E4-904D-074268CF5DF4}" type="pres">
      <dgm:prSet presAssocID="{BE52B3CA-446C-43F0-94BC-493B06DA85B6}" presName="descendantText" presStyleLbl="alignAccFollowNode1" presStyleIdx="0" presStyleCnt="2" custScaleX="117644" custScaleY="97040" custLinFactNeighborY="-1732">
        <dgm:presLayoutVars>
          <dgm:bulletEnabled val="1"/>
        </dgm:presLayoutVars>
      </dgm:prSet>
      <dgm:spPr/>
    </dgm:pt>
    <dgm:pt modelId="{4DB7A482-FA29-4BF8-A9A7-67C7BA925BE7}" type="pres">
      <dgm:prSet presAssocID="{8B074B79-33B6-4DE0-8E00-E35F41734565}" presName="sp" presStyleCnt="0"/>
      <dgm:spPr/>
    </dgm:pt>
    <dgm:pt modelId="{778B0507-B5F4-4BF3-9710-0EDE459C11D8}" type="pres">
      <dgm:prSet presAssocID="{563D3365-613D-4B58-9CE1-C5A74F9C0536}" presName="linNode" presStyleCnt="0"/>
      <dgm:spPr/>
    </dgm:pt>
    <dgm:pt modelId="{E1DBB671-C95C-482D-ABF1-5ADBF0D6DF11}" type="pres">
      <dgm:prSet presAssocID="{563D3365-613D-4B58-9CE1-C5A74F9C0536}" presName="parentText" presStyleLbl="node1" presStyleIdx="1" presStyleCnt="2" custScaleX="89128" custScaleY="38514">
        <dgm:presLayoutVars>
          <dgm:chMax val="1"/>
          <dgm:bulletEnabled val="1"/>
        </dgm:presLayoutVars>
      </dgm:prSet>
      <dgm:spPr/>
    </dgm:pt>
    <dgm:pt modelId="{EC39413B-E0F6-4FAA-8965-85C269521F3C}" type="pres">
      <dgm:prSet presAssocID="{563D3365-613D-4B58-9CE1-C5A74F9C0536}" presName="descendantText" presStyleLbl="alignAccFollowNode1" presStyleIdx="1" presStyleCnt="2" custScaleX="123871" custScaleY="42804" custLinFactNeighborX="10653" custLinFactNeighborY="0">
        <dgm:presLayoutVars>
          <dgm:bulletEnabled val="1"/>
        </dgm:presLayoutVars>
      </dgm:prSet>
      <dgm:spPr/>
    </dgm:pt>
  </dgm:ptLst>
  <dgm:cxnLst>
    <dgm:cxn modelId="{E6238419-8877-4A61-A0A8-E4D3850E7E2B}" type="presOf" srcId="{BE52B3CA-446C-43F0-94BC-493B06DA85B6}" destId="{503AFDED-65A0-4B3C-8D4B-10D4C37B3DB7}" srcOrd="0" destOrd="0" presId="urn:microsoft.com/office/officeart/2005/8/layout/vList5"/>
    <dgm:cxn modelId="{2A47C319-C887-428A-9E9E-29E8C7BA674E}" srcId="{563D3365-613D-4B58-9CE1-C5A74F9C0536}" destId="{CA0BEAFC-69DD-41AF-A55C-26CA1C8896DD}" srcOrd="2" destOrd="0" parTransId="{82C03DC7-5550-4769-9CE9-FEBCA0B57209}" sibTransId="{5BAE8E41-B750-4814-A13A-DE08AABAABBE}"/>
    <dgm:cxn modelId="{7A28A91E-1ECE-4575-8D3F-7DDA8BE9C719}" type="presOf" srcId="{5D047ACF-ECFE-4C0E-8F4A-031DB350BC9A}" destId="{D1EA7380-CBBF-48E4-904D-074268CF5DF4}" srcOrd="0" destOrd="1" presId="urn:microsoft.com/office/officeart/2005/8/layout/vList5"/>
    <dgm:cxn modelId="{335EF52B-1E9E-49D2-A13A-0F88441F6378}" type="presOf" srcId="{1705AE45-E481-44D0-AFE0-8AE5DA3B6122}" destId="{D1EA7380-CBBF-48E4-904D-074268CF5DF4}" srcOrd="0" destOrd="6" presId="urn:microsoft.com/office/officeart/2005/8/layout/vList5"/>
    <dgm:cxn modelId="{FC7C472C-2A05-46E2-A69A-5F3D611C6D5B}" srcId="{7865630E-2F1F-49E0-947D-950EFE446F92}" destId="{563D3365-613D-4B58-9CE1-C5A74F9C0536}" srcOrd="1" destOrd="0" parTransId="{C9967A84-5FF7-407F-A359-00EC246F67F4}" sibTransId="{AA1D5965-84C8-4821-B173-AC8B81C5228A}"/>
    <dgm:cxn modelId="{9218313C-0FE5-4EB7-80CC-E7CE6A3FC278}" type="presOf" srcId="{12AE75CF-B422-49B2-B814-C3AD5CD4F940}" destId="{D1EA7380-CBBF-48E4-904D-074268CF5DF4}" srcOrd="0" destOrd="2" presId="urn:microsoft.com/office/officeart/2005/8/layout/vList5"/>
    <dgm:cxn modelId="{3C9D005F-C11E-4284-A7AD-C670E95890D3}" srcId="{4394BDCB-FA6A-4E72-A052-68F5C3E3EBD9}" destId="{5D047ACF-ECFE-4C0E-8F4A-031DB350BC9A}" srcOrd="0" destOrd="0" parTransId="{2D355DBD-E342-43BB-9D84-8AF5147EAA69}" sibTransId="{860E28F4-4B0D-4BBD-BF59-462CC378CA4D}"/>
    <dgm:cxn modelId="{09DC3142-6FD1-4049-8F97-E3388B2DE126}" type="presOf" srcId="{7865630E-2F1F-49E0-947D-950EFE446F92}" destId="{41BC9519-769C-45DB-8C0D-23DB7562FA39}" srcOrd="0" destOrd="0" presId="urn:microsoft.com/office/officeart/2005/8/layout/vList5"/>
    <dgm:cxn modelId="{CDBA5D64-7155-4B78-B389-44C63CA80EE1}" type="presOf" srcId="{7AC2DD07-AB6D-4E46-B272-1AA5BFA91535}" destId="{EC39413B-E0F6-4FAA-8965-85C269521F3C}" srcOrd="0" destOrd="1" presId="urn:microsoft.com/office/officeart/2005/8/layout/vList5"/>
    <dgm:cxn modelId="{7F80884D-21F5-475A-86EF-E320EF74A44C}" srcId="{BE52B3CA-446C-43F0-94BC-493B06DA85B6}" destId="{4394BDCB-FA6A-4E72-A052-68F5C3E3EBD9}" srcOrd="0" destOrd="0" parTransId="{924BAF2F-5B1C-46EC-805B-1409E824F643}" sibTransId="{0412A4A8-2DDC-4C9E-BEE5-B37C06DBDB45}"/>
    <dgm:cxn modelId="{06C0D96F-F9E1-4A09-BB9B-D5ED9A2CC029}" srcId="{5D047ACF-ECFE-4C0E-8F4A-031DB350BC9A}" destId="{12AE75CF-B422-49B2-B814-C3AD5CD4F940}" srcOrd="0" destOrd="0" parTransId="{44852C52-CCAF-4EB2-9FF2-5E2BCB65283F}" sibTransId="{DF24A23C-0D30-4740-8537-A345A6823C49}"/>
    <dgm:cxn modelId="{C4130150-5FB5-4CD1-95B8-A8C4DDBE1A14}" srcId="{BE52B3CA-446C-43F0-94BC-493B06DA85B6}" destId="{8F39EAAD-9C48-4359-B0C8-A6C20A448400}" srcOrd="2" destOrd="0" parTransId="{1C11773A-D0BC-47E0-B7EA-F42BAAD01594}" sibTransId="{88F169DC-789B-431B-BB7C-DD7A3DBC2FE4}"/>
    <dgm:cxn modelId="{E19F4857-87BB-4BE0-8874-D0932F2402C6}" srcId="{563D3365-613D-4B58-9CE1-C5A74F9C0536}" destId="{8BEFDFE9-DB50-4FB7-AD09-6247C8BE7370}" srcOrd="0" destOrd="0" parTransId="{D4063314-2451-48DF-AC9B-5A430B53975D}" sibTransId="{B4DFCE00-72A7-4C56-AEB2-13AB16A29291}"/>
    <dgm:cxn modelId="{9F97F159-92FA-460D-858E-2BF5040032FB}" srcId="{7865630E-2F1F-49E0-947D-950EFE446F92}" destId="{BE52B3CA-446C-43F0-94BC-493B06DA85B6}" srcOrd="0" destOrd="0" parTransId="{0AA96D4D-D13C-4BBA-BB35-B0EB8D0D642A}" sibTransId="{8B074B79-33B6-4DE0-8E00-E35F41734565}"/>
    <dgm:cxn modelId="{B3D1F588-2DED-4382-9E89-F4943724F2DC}" type="presOf" srcId="{CA0BEAFC-69DD-41AF-A55C-26CA1C8896DD}" destId="{EC39413B-E0F6-4FAA-8965-85C269521F3C}" srcOrd="0" destOrd="2" presId="urn:microsoft.com/office/officeart/2005/8/layout/vList5"/>
    <dgm:cxn modelId="{D42AD79F-B0A8-4F78-95A1-0D5EB748EB70}" type="presOf" srcId="{8BEFDFE9-DB50-4FB7-AD09-6247C8BE7370}" destId="{EC39413B-E0F6-4FAA-8965-85C269521F3C}" srcOrd="0" destOrd="0" presId="urn:microsoft.com/office/officeart/2005/8/layout/vList5"/>
    <dgm:cxn modelId="{5CE65BA6-7980-47CC-9ECA-51ECEFC37E08}" type="presOf" srcId="{849EAF09-8258-4302-88D1-7811CF058645}" destId="{D1EA7380-CBBF-48E4-904D-074268CF5DF4}" srcOrd="0" destOrd="7" presId="urn:microsoft.com/office/officeart/2005/8/layout/vList5"/>
    <dgm:cxn modelId="{1993F9AB-B411-4FAC-8633-ECBD697EC4AA}" type="presOf" srcId="{6ABA4E5C-F33D-4B35-8E19-6EA920852FFB}" destId="{D1EA7380-CBBF-48E4-904D-074268CF5DF4}" srcOrd="0" destOrd="4" presId="urn:microsoft.com/office/officeart/2005/8/layout/vList5"/>
    <dgm:cxn modelId="{40BC19B1-46F3-4757-B755-6B9BD8FF04FF}" srcId="{BE52B3CA-446C-43F0-94BC-493B06DA85B6}" destId="{1705AE45-E481-44D0-AFE0-8AE5DA3B6122}" srcOrd="3" destOrd="0" parTransId="{B5D80416-1CEC-41E0-B16C-E73411649F25}" sibTransId="{8765232D-9F4E-408E-9CBA-33FE439C055C}"/>
    <dgm:cxn modelId="{1692BCB2-DD2A-4634-AF14-8948A21D2ACD}" type="presOf" srcId="{563D3365-613D-4B58-9CE1-C5A74F9C0536}" destId="{E1DBB671-C95C-482D-ABF1-5ADBF0D6DF11}" srcOrd="0" destOrd="0" presId="urn:microsoft.com/office/officeart/2005/8/layout/vList5"/>
    <dgm:cxn modelId="{FC9BB3BF-2CA9-453C-9B92-4817B216C476}" srcId="{563D3365-613D-4B58-9CE1-C5A74F9C0536}" destId="{7AC2DD07-AB6D-4E46-B272-1AA5BFA91535}" srcOrd="1" destOrd="0" parTransId="{596C0002-8495-4290-82B9-719D6C722A9A}" sibTransId="{3BC4BD24-D85A-4097-95B0-B7AD91A5DF1C}"/>
    <dgm:cxn modelId="{0F2FB1C2-6FFE-4B74-B08A-03F5D581F816}" srcId="{12AE75CF-B422-49B2-B814-C3AD5CD4F940}" destId="{83EB91AC-B8DF-4323-A916-7EB51FE2972D}" srcOrd="0" destOrd="0" parTransId="{DFDC0A2C-79C4-42D3-8B18-1000CEDCE2F9}" sibTransId="{98C58C66-8BF5-4939-9260-8CDCCEFC0E41}"/>
    <dgm:cxn modelId="{144112CB-3984-436A-BD9E-7A318C8DC9B6}" srcId="{BE52B3CA-446C-43F0-94BC-493B06DA85B6}" destId="{6ABA4E5C-F33D-4B35-8E19-6EA920852FFB}" srcOrd="1" destOrd="0" parTransId="{2C51191E-A5CB-4D76-A203-6B80E49028E7}" sibTransId="{78ABF72B-237D-4ECA-B48B-8FE221377F61}"/>
    <dgm:cxn modelId="{BACEBAD3-094D-4659-9075-B51DB8938B7A}" type="presOf" srcId="{4394BDCB-FA6A-4E72-A052-68F5C3E3EBD9}" destId="{D1EA7380-CBBF-48E4-904D-074268CF5DF4}" srcOrd="0" destOrd="0" presId="urn:microsoft.com/office/officeart/2005/8/layout/vList5"/>
    <dgm:cxn modelId="{75BBFCDC-DF6A-45DD-8BBB-A3150AC91447}" srcId="{BE52B3CA-446C-43F0-94BC-493B06DA85B6}" destId="{849EAF09-8258-4302-88D1-7811CF058645}" srcOrd="4" destOrd="0" parTransId="{BE4A84D2-D032-4337-8B08-D05BBE3002E1}" sibTransId="{4190BFDB-F502-4615-8F4B-060D103CABB2}"/>
    <dgm:cxn modelId="{62E105E6-7492-4E84-B99F-4270AEB0FB13}" type="presOf" srcId="{83EB91AC-B8DF-4323-A916-7EB51FE2972D}" destId="{D1EA7380-CBBF-48E4-904D-074268CF5DF4}" srcOrd="0" destOrd="3" presId="urn:microsoft.com/office/officeart/2005/8/layout/vList5"/>
    <dgm:cxn modelId="{2A0E07F9-5005-4D08-8A12-64E37DCB1416}" type="presOf" srcId="{8F39EAAD-9C48-4359-B0C8-A6C20A448400}" destId="{D1EA7380-CBBF-48E4-904D-074268CF5DF4}" srcOrd="0" destOrd="5" presId="urn:microsoft.com/office/officeart/2005/8/layout/vList5"/>
    <dgm:cxn modelId="{CCE9B57A-BF53-4347-B00E-12E33DC2CF4B}" type="presParOf" srcId="{41BC9519-769C-45DB-8C0D-23DB7562FA39}" destId="{DD01BA94-B762-43E7-8B05-8D6C9EDB5D50}" srcOrd="0" destOrd="0" presId="urn:microsoft.com/office/officeart/2005/8/layout/vList5"/>
    <dgm:cxn modelId="{20CD2065-321A-4CD2-A064-E849F9B54BEF}" type="presParOf" srcId="{DD01BA94-B762-43E7-8B05-8D6C9EDB5D50}" destId="{503AFDED-65A0-4B3C-8D4B-10D4C37B3DB7}" srcOrd="0" destOrd="0" presId="urn:microsoft.com/office/officeart/2005/8/layout/vList5"/>
    <dgm:cxn modelId="{3C777010-2A56-4CB9-8E36-1DC34915CAFB}" type="presParOf" srcId="{DD01BA94-B762-43E7-8B05-8D6C9EDB5D50}" destId="{D1EA7380-CBBF-48E4-904D-074268CF5DF4}" srcOrd="1" destOrd="0" presId="urn:microsoft.com/office/officeart/2005/8/layout/vList5"/>
    <dgm:cxn modelId="{60141DB8-F9BE-4D14-BD4C-A0D1BEE6B09F}" type="presParOf" srcId="{41BC9519-769C-45DB-8C0D-23DB7562FA39}" destId="{4DB7A482-FA29-4BF8-A9A7-67C7BA925BE7}" srcOrd="1" destOrd="0" presId="urn:microsoft.com/office/officeart/2005/8/layout/vList5"/>
    <dgm:cxn modelId="{B67E8A0F-EC3D-404F-866F-A6F3DDDB90C6}" type="presParOf" srcId="{41BC9519-769C-45DB-8C0D-23DB7562FA39}" destId="{778B0507-B5F4-4BF3-9710-0EDE459C11D8}" srcOrd="2" destOrd="0" presId="urn:microsoft.com/office/officeart/2005/8/layout/vList5"/>
    <dgm:cxn modelId="{3F01B4CA-1D9A-44DF-A4FB-60D986467728}" type="presParOf" srcId="{778B0507-B5F4-4BF3-9710-0EDE459C11D8}" destId="{E1DBB671-C95C-482D-ABF1-5ADBF0D6DF11}" srcOrd="0" destOrd="0" presId="urn:microsoft.com/office/officeart/2005/8/layout/vList5"/>
    <dgm:cxn modelId="{EC2B5964-811D-4BAA-9BD3-C47E4B1F3EAE}" type="presParOf" srcId="{778B0507-B5F4-4BF3-9710-0EDE459C11D8}" destId="{EC39413B-E0F6-4FAA-8965-85C269521F3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9CFC376-8493-4225-8F49-143E7B1080FC}" type="doc">
      <dgm:prSet loTypeId="urn:microsoft.com/office/officeart/2005/8/layout/hList1" loCatId="list" qsTypeId="urn:microsoft.com/office/officeart/2005/8/quickstyle/simple4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CAA2FB21-CAB3-45DD-AD84-F1DADDBBA94C}">
      <dgm:prSet phldrT="[Text]" custT="1"/>
      <dgm:spPr/>
      <dgm:t>
        <a:bodyPr/>
        <a:lstStyle/>
        <a:p>
          <a:r>
            <a: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Addressing</a:t>
          </a:r>
        </a:p>
      </dgm:t>
    </dgm:pt>
    <dgm:pt modelId="{177E93BC-84ED-4FF9-9663-9B684450B981}" type="parTrans" cxnId="{58224046-640F-4239-87B6-9DB87EC628AE}">
      <dgm:prSet/>
      <dgm:spPr/>
      <dgm:t>
        <a:bodyPr/>
        <a:lstStyle/>
        <a:p>
          <a:endParaRPr lang="en-US" sz="10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198A0BB3-A0EB-4326-A8DD-358C6BA85041}" type="sibTrans" cxnId="{58224046-640F-4239-87B6-9DB87EC628AE}">
      <dgm:prSet/>
      <dgm:spPr/>
      <dgm:t>
        <a:bodyPr/>
        <a:lstStyle/>
        <a:p>
          <a:endParaRPr lang="en-US" sz="10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C0E91C9B-2C69-4933-98B8-50D0A6184BFF}">
          <dgm:prSet phldrT="[Text]" custT="1"/>
          <dgm:spPr/>
          <dgm:t>
            <a:bodyPr/>
            <a:lstStyle/>
            <a:p>
              <a:pPr>
                <a:lnSpc>
                  <a:spcPct val="200000"/>
                </a:lnSpc>
              </a:pPr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A =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sz="160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m:ctrlPr>
                    </m:sSubPr>
                    <m:e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[…]</m:t>
                      </m:r>
                    </m:e>
                    <m:sub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3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𝑥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3</m:t>
                      </m:r>
                    </m:sub>
                  </m:sSub>
                </m:oMath>
              </a14:m>
              <a:endPara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endParaRPr>
            </a:p>
          </dgm:t>
        </dgm:pt>
      </mc:Choice>
      <mc:Fallback xmlns="">
        <dgm:pt modelId="{C0E91C9B-2C69-4933-98B8-50D0A6184BFF}">
          <dgm:prSet phldrT="[Text]" custT="1"/>
          <dgm:spPr/>
          <dgm:t>
            <a:bodyPr/>
            <a:lstStyle/>
            <a:p>
              <a:pPr>
                <a:lnSpc>
                  <a:spcPct val="200000"/>
                </a:lnSpc>
              </a:pPr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A = </a:t>
              </a:r>
              <a:r>
                <a:rPr lang="en-US" sz="1600" i="0">
                  <a:latin typeface="Cambria Math" panose="02040503050406030204" pitchFamily="18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〖</a:t>
              </a:r>
              <a:r>
                <a:rPr lang="en-US" sz="1600" b="0" i="0">
                  <a:latin typeface="Cambria Math" panose="02040503050406030204" pitchFamily="18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[…]〗_3𝑥3</a:t>
              </a:r>
              <a:endPara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endParaRPr>
            </a:p>
          </dgm:t>
        </dgm:pt>
      </mc:Fallback>
    </mc:AlternateContent>
    <dgm:pt modelId="{3AF10E2E-791B-4922-B272-C6049F73A1BF}" type="parTrans" cxnId="{6488960C-7A04-4131-A70E-22A106B356BE}">
      <dgm:prSet/>
      <dgm:spPr/>
      <dgm:t>
        <a:bodyPr/>
        <a:lstStyle/>
        <a:p>
          <a:endParaRPr lang="en-US" sz="10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C0BFB654-1443-444B-A13C-179968D22F69}" type="sibTrans" cxnId="{6488960C-7A04-4131-A70E-22A106B356BE}">
      <dgm:prSet/>
      <dgm:spPr/>
      <dgm:t>
        <a:bodyPr/>
        <a:lstStyle/>
        <a:p>
          <a:endParaRPr lang="en-US" sz="10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69D09F83-61AF-4BEE-913A-E571DC14F854}">
      <dgm:prSet phldrT="[Text]" custT="1"/>
      <dgm:spPr/>
      <dgm:t>
        <a:bodyPr/>
        <a:lstStyle/>
        <a:p>
          <a:pPr>
            <a:lnSpc>
              <a:spcPct val="200000"/>
            </a:lnSpc>
          </a:pPr>
          <a:r>
            <a:rPr lang="en-US" sz="16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[row , col] = ind2sub (size , index);</a:t>
          </a:r>
        </a:p>
      </dgm:t>
    </dgm:pt>
    <dgm:pt modelId="{2455A456-5AD1-4B08-BC6D-4D87047B35C4}" type="parTrans" cxnId="{1B144017-FE85-40CC-AC24-195C2CAAA41A}">
      <dgm:prSet/>
      <dgm:spPr/>
      <dgm:t>
        <a:bodyPr/>
        <a:lstStyle/>
        <a:p>
          <a:endParaRPr lang="en-US" sz="10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450F5BCD-39A8-427B-A018-33F826BCDD85}" type="sibTrans" cxnId="{1B144017-FE85-40CC-AC24-195C2CAAA41A}">
      <dgm:prSet/>
      <dgm:spPr/>
      <dgm:t>
        <a:bodyPr/>
        <a:lstStyle/>
        <a:p>
          <a:endParaRPr lang="en-US" sz="10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CC484745-5182-4E13-9E48-F9CF385BECF7}">
          <dgm:prSet phldrT="[Text]" custT="1"/>
          <dgm:spPr/>
          <dgm:t>
            <a:bodyPr/>
            <a:lstStyle/>
            <a:p>
              <a:pPr>
                <a:lnSpc>
                  <a:spcPct val="200000"/>
                </a:lnSpc>
              </a:pPr>
              <a14:m>
                <m:oMath xmlns:m="http://schemas.openxmlformats.org/officeDocument/2006/math">
                  <m:sSub>
                    <m:sSubPr>
                      <m:ctrlPr>
                        <a:rPr lang="en-US" sz="160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m:ctrlPr>
                    </m:sSubPr>
                    <m:e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𝑎</m:t>
                      </m:r>
                    </m:e>
                    <m:sub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22</m:t>
                      </m:r>
                    </m:sub>
                  </m:sSub>
                </m:oMath>
              </a14:m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= A (2 , 2);</a:t>
              </a:r>
            </a:p>
          </dgm:t>
        </dgm:pt>
      </mc:Choice>
      <mc:Fallback xmlns="">
        <dgm:pt modelId="{CC484745-5182-4E13-9E48-F9CF385BECF7}">
          <dgm:prSet phldrT="[Text]" custT="1"/>
          <dgm:spPr/>
          <dgm:t>
            <a:bodyPr/>
            <a:lstStyle/>
            <a:p>
              <a:pPr>
                <a:lnSpc>
                  <a:spcPct val="200000"/>
                </a:lnSpc>
              </a:pPr>
              <a:r>
                <a:rPr lang="en-US" sz="1600" b="0" i="0">
                  <a:latin typeface="Cambria Math" panose="02040503050406030204" pitchFamily="18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𝑎_22</a:t>
              </a:r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= A (2 , 2);</a:t>
              </a:r>
            </a:p>
          </dgm:t>
        </dgm:pt>
      </mc:Fallback>
    </mc:AlternateContent>
    <dgm:pt modelId="{5F255C60-460D-414E-982C-A317E8EE3572}" type="parTrans" cxnId="{B44B165B-AB77-4D58-9FE0-8E1983EC7B62}">
      <dgm:prSet/>
      <dgm:spPr/>
      <dgm:t>
        <a:bodyPr/>
        <a:lstStyle/>
        <a:p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328C78D0-6074-4F59-8CC3-839FADB0122D}" type="sibTrans" cxnId="{B44B165B-AB77-4D58-9FE0-8E1983EC7B62}">
      <dgm:prSet/>
      <dgm:spPr/>
      <dgm:t>
        <a:bodyPr/>
        <a:lstStyle/>
        <a:p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7980D5E5-46EE-4BE7-89C8-A6C12FF3A182}">
          <dgm:prSet phldrT="[Text]" custT="1"/>
          <dgm:spPr/>
          <dgm:t>
            <a:bodyPr/>
            <a:lstStyle/>
            <a:p>
              <a:pPr>
                <a:lnSpc>
                  <a:spcPct val="200000"/>
                </a:lnSpc>
              </a:pPr>
              <a14:m>
                <m:oMath xmlns:m="http://schemas.openxmlformats.org/officeDocument/2006/math">
                  <m:sSub>
                    <m:sSubPr>
                      <m:ctrlPr>
                        <a:rPr lang="en-US" sz="160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m:ctrlPr>
                    </m:sSubPr>
                    <m:e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𝑎</m:t>
                      </m:r>
                    </m:e>
                    <m:sub>
                      <m:r>
                        <a:rPr lang="en-US" sz="1600" b="0" i="1" smtClean="0">
                          <a:latin typeface="Cambria Math" panose="02040503050406030204" pitchFamily="18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22</m:t>
                      </m:r>
                    </m:sub>
                  </m:sSub>
                </m:oMath>
              </a14:m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= A (5);</a:t>
              </a:r>
            </a:p>
          </dgm:t>
        </dgm:pt>
      </mc:Choice>
      <mc:Fallback xmlns="">
        <dgm:pt modelId="{7980D5E5-46EE-4BE7-89C8-A6C12FF3A182}">
          <dgm:prSet phldrT="[Text]" custT="1"/>
          <dgm:spPr/>
          <dgm:t>
            <a:bodyPr/>
            <a:lstStyle/>
            <a:p>
              <a:pPr>
                <a:lnSpc>
                  <a:spcPct val="200000"/>
                </a:lnSpc>
              </a:pPr>
              <a:r>
                <a:rPr lang="en-US" sz="1600" b="0" i="0">
                  <a:latin typeface="Cambria Math" panose="02040503050406030204" pitchFamily="18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𝑎_22</a:t>
              </a:r>
              <a:r>
                <a: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 = A (5);</a:t>
              </a:r>
            </a:p>
          </dgm:t>
        </dgm:pt>
      </mc:Fallback>
    </mc:AlternateContent>
    <dgm:pt modelId="{B4EB1CFA-99F6-4A2D-9CB5-EF5E80549D83}" type="parTrans" cxnId="{80DC2141-4A3B-4259-A089-2DB56B242C29}">
      <dgm:prSet/>
      <dgm:spPr/>
      <dgm:t>
        <a:bodyPr/>
        <a:lstStyle/>
        <a:p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7FF51D7A-6B90-4EAC-B02E-1560A8059371}" type="sibTrans" cxnId="{80DC2141-4A3B-4259-A089-2DB56B242C29}">
      <dgm:prSet/>
      <dgm:spPr/>
      <dgm:t>
        <a:bodyPr/>
        <a:lstStyle/>
        <a:p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89E54B41-F9C2-412A-9D54-249DF9A02541}">
      <dgm:prSet phldrT="[Text]" custT="1"/>
      <dgm:spPr/>
      <dgm:t>
        <a:bodyPr/>
        <a:lstStyle/>
        <a:p>
          <a:pPr>
            <a:lnSpc>
              <a:spcPct val="200000"/>
            </a:lnSpc>
          </a:pPr>
          <a:r>
            <a:rPr lang="en-US" sz="16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index = sub2ind (size , row , col);</a:t>
          </a:r>
        </a:p>
      </dgm:t>
    </dgm:pt>
    <dgm:pt modelId="{F1AE254C-F813-4EE5-ABDB-A024DB891102}" type="parTrans" cxnId="{28698B85-A1FF-4BBA-8757-B62D86CADFCA}">
      <dgm:prSet/>
      <dgm:spPr/>
      <dgm:t>
        <a:bodyPr/>
        <a:lstStyle/>
        <a:p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E164BBA8-7E38-42A5-89FD-B0243574F7C1}" type="sibTrans" cxnId="{28698B85-A1FF-4BBA-8757-B62D86CADFCA}">
      <dgm:prSet/>
      <dgm:spPr/>
      <dgm:t>
        <a:bodyPr/>
        <a:lstStyle/>
        <a:p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1A8B7A70-AF8D-4C09-A8A0-A257A0102973}" type="pres">
      <dgm:prSet presAssocID="{39CFC376-8493-4225-8F49-143E7B1080FC}" presName="Name0" presStyleCnt="0">
        <dgm:presLayoutVars>
          <dgm:dir/>
          <dgm:animLvl val="lvl"/>
          <dgm:resizeHandles val="exact"/>
        </dgm:presLayoutVars>
      </dgm:prSet>
      <dgm:spPr/>
    </dgm:pt>
    <dgm:pt modelId="{20A9866F-992B-4BDF-8365-5F48A53027F4}" type="pres">
      <dgm:prSet presAssocID="{CAA2FB21-CAB3-45DD-AD84-F1DADDBBA94C}" presName="composite" presStyleCnt="0"/>
      <dgm:spPr/>
    </dgm:pt>
    <dgm:pt modelId="{29B92DFF-8353-495F-BE89-BAA4FB858ABA}" type="pres">
      <dgm:prSet presAssocID="{CAA2FB21-CAB3-45DD-AD84-F1DADDBBA94C}" presName="parTx" presStyleLbl="alignNode1" presStyleIdx="0" presStyleCnt="1" custScaleY="100000">
        <dgm:presLayoutVars>
          <dgm:chMax val="0"/>
          <dgm:chPref val="0"/>
          <dgm:bulletEnabled val="1"/>
        </dgm:presLayoutVars>
      </dgm:prSet>
      <dgm:spPr/>
    </dgm:pt>
    <dgm:pt modelId="{88971C4F-2EE3-4704-AE30-9FAE726CED4D}" type="pres">
      <dgm:prSet presAssocID="{CAA2FB21-CAB3-45DD-AD84-F1DADDBBA94C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6488960C-7A04-4131-A70E-22A106B356BE}" srcId="{CAA2FB21-CAB3-45DD-AD84-F1DADDBBA94C}" destId="{C0E91C9B-2C69-4933-98B8-50D0A6184BFF}" srcOrd="0" destOrd="0" parTransId="{3AF10E2E-791B-4922-B272-C6049F73A1BF}" sibTransId="{C0BFB654-1443-444B-A13C-179968D22F69}"/>
    <dgm:cxn modelId="{C4AC3815-B7C4-445A-964A-F965FDC9B48D}" type="presOf" srcId="{CAA2FB21-CAB3-45DD-AD84-F1DADDBBA94C}" destId="{29B92DFF-8353-495F-BE89-BAA4FB858ABA}" srcOrd="0" destOrd="0" presId="urn:microsoft.com/office/officeart/2005/8/layout/hList1"/>
    <dgm:cxn modelId="{1B144017-FE85-40CC-AC24-195C2CAAA41A}" srcId="{CAA2FB21-CAB3-45DD-AD84-F1DADDBBA94C}" destId="{69D09F83-61AF-4BEE-913A-E571DC14F854}" srcOrd="3" destOrd="0" parTransId="{2455A456-5AD1-4B08-BC6D-4D87047B35C4}" sibTransId="{450F5BCD-39A8-427B-A018-33F826BCDD85}"/>
    <dgm:cxn modelId="{46C84031-F529-452D-8FB6-C7515E6B0485}" type="presOf" srcId="{39CFC376-8493-4225-8F49-143E7B1080FC}" destId="{1A8B7A70-AF8D-4C09-A8A0-A257A0102973}" srcOrd="0" destOrd="0" presId="urn:microsoft.com/office/officeart/2005/8/layout/hList1"/>
    <dgm:cxn modelId="{B44B165B-AB77-4D58-9FE0-8E1983EC7B62}" srcId="{CAA2FB21-CAB3-45DD-AD84-F1DADDBBA94C}" destId="{CC484745-5182-4E13-9E48-F9CF385BECF7}" srcOrd="1" destOrd="0" parTransId="{5F255C60-460D-414E-982C-A317E8EE3572}" sibTransId="{328C78D0-6074-4F59-8CC3-839FADB0122D}"/>
    <dgm:cxn modelId="{80DC2141-4A3B-4259-A089-2DB56B242C29}" srcId="{CAA2FB21-CAB3-45DD-AD84-F1DADDBBA94C}" destId="{7980D5E5-46EE-4BE7-89C8-A6C12FF3A182}" srcOrd="2" destOrd="0" parTransId="{B4EB1CFA-99F6-4A2D-9CB5-EF5E80549D83}" sibTransId="{7FF51D7A-6B90-4EAC-B02E-1560A8059371}"/>
    <dgm:cxn modelId="{58224046-640F-4239-87B6-9DB87EC628AE}" srcId="{39CFC376-8493-4225-8F49-143E7B1080FC}" destId="{CAA2FB21-CAB3-45DD-AD84-F1DADDBBA94C}" srcOrd="0" destOrd="0" parTransId="{177E93BC-84ED-4FF9-9663-9B684450B981}" sibTransId="{198A0BB3-A0EB-4326-A8DD-358C6BA85041}"/>
    <dgm:cxn modelId="{58675F74-8BE9-4C9C-AB74-4A0E70FEDEB2}" type="presOf" srcId="{7980D5E5-46EE-4BE7-89C8-A6C12FF3A182}" destId="{88971C4F-2EE3-4704-AE30-9FAE726CED4D}" srcOrd="0" destOrd="2" presId="urn:microsoft.com/office/officeart/2005/8/layout/hList1"/>
    <dgm:cxn modelId="{32B39C80-1156-4A27-903E-2AE633D49AE6}" type="presOf" srcId="{69D09F83-61AF-4BEE-913A-E571DC14F854}" destId="{88971C4F-2EE3-4704-AE30-9FAE726CED4D}" srcOrd="0" destOrd="3" presId="urn:microsoft.com/office/officeart/2005/8/layout/hList1"/>
    <dgm:cxn modelId="{28698B85-A1FF-4BBA-8757-B62D86CADFCA}" srcId="{CAA2FB21-CAB3-45DD-AD84-F1DADDBBA94C}" destId="{89E54B41-F9C2-412A-9D54-249DF9A02541}" srcOrd="4" destOrd="0" parTransId="{F1AE254C-F813-4EE5-ABDB-A024DB891102}" sibTransId="{E164BBA8-7E38-42A5-89FD-B0243574F7C1}"/>
    <dgm:cxn modelId="{EA7DCAA6-A41C-4659-85F0-35669B676ED2}" type="presOf" srcId="{89E54B41-F9C2-412A-9D54-249DF9A02541}" destId="{88971C4F-2EE3-4704-AE30-9FAE726CED4D}" srcOrd="0" destOrd="4" presId="urn:microsoft.com/office/officeart/2005/8/layout/hList1"/>
    <dgm:cxn modelId="{427F17F3-895B-4CCB-AAAF-ABA34A119DD4}" type="presOf" srcId="{CC484745-5182-4E13-9E48-F9CF385BECF7}" destId="{88971C4F-2EE3-4704-AE30-9FAE726CED4D}" srcOrd="0" destOrd="1" presId="urn:microsoft.com/office/officeart/2005/8/layout/hList1"/>
    <dgm:cxn modelId="{F5157FFC-93EA-4D1C-A596-F730CA7FB527}" type="presOf" srcId="{C0E91C9B-2C69-4933-98B8-50D0A6184BFF}" destId="{88971C4F-2EE3-4704-AE30-9FAE726CED4D}" srcOrd="0" destOrd="0" presId="urn:microsoft.com/office/officeart/2005/8/layout/hList1"/>
    <dgm:cxn modelId="{83419E9B-479E-4A88-8E56-B3AAA75587FD}" type="presParOf" srcId="{1A8B7A70-AF8D-4C09-A8A0-A257A0102973}" destId="{20A9866F-992B-4BDF-8365-5F48A53027F4}" srcOrd="0" destOrd="0" presId="urn:microsoft.com/office/officeart/2005/8/layout/hList1"/>
    <dgm:cxn modelId="{84A48F92-88FC-44CF-9538-5249C68B4FE6}" type="presParOf" srcId="{20A9866F-992B-4BDF-8365-5F48A53027F4}" destId="{29B92DFF-8353-495F-BE89-BAA4FB858ABA}" srcOrd="0" destOrd="0" presId="urn:microsoft.com/office/officeart/2005/8/layout/hList1"/>
    <dgm:cxn modelId="{6EEA8C5F-041C-44E8-A86D-BD67E6897C38}" type="presParOf" srcId="{20A9866F-992B-4BDF-8365-5F48A53027F4}" destId="{88971C4F-2EE3-4704-AE30-9FAE726CED4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27C84DB-BAC5-4E2E-B9C3-F7390F140709}" type="doc">
      <dgm:prSet loTypeId="urn:microsoft.com/office/officeart/2005/8/layout/hList1" loCatId="list" qsTypeId="urn:microsoft.com/office/officeart/2005/8/quickstyle/simple4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FB0F9D37-0863-4EF7-9341-98159DE3B89C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Matrix to …</a:t>
          </a:r>
        </a:p>
      </dgm:t>
    </dgm:pt>
    <dgm:pt modelId="{48C6003D-6C85-4508-9E76-480222F21C65}" type="parTrans" cxnId="{7A1CE655-7782-406D-BF88-E1010F03305D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0A2CD8A6-44B0-4716-87B5-A1B4D80A9612}" type="sibTrans" cxnId="{7A1CE655-7782-406D-BF88-E1010F03305D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4A3F5BA4-B48C-428F-BC93-9F27C79D454E}">
      <dgm:prSet phldrT="[Text]"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mat2str</a:t>
          </a:r>
        </a:p>
      </dgm:t>
    </dgm:pt>
    <dgm:pt modelId="{1D445E55-E99B-4127-B07C-D0A67F372A2C}" type="parTrans" cxnId="{81D5E4A4-87EC-4091-B86E-CAA5FF597EF9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40B1A6B3-BC19-4FE2-967C-12BE11DCF657}" type="sibTrans" cxnId="{81D5E4A4-87EC-4091-B86E-CAA5FF597EF9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9419DCEE-ADB6-4497-9749-99E4991326E2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Cell to …</a:t>
          </a:r>
        </a:p>
      </dgm:t>
    </dgm:pt>
    <dgm:pt modelId="{7B03C5EA-C0AD-4996-87CB-041DA5DAE6DF}" type="parTrans" cxnId="{963F2B6D-3F80-421C-AB64-DD99D28F83FC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ABEDC470-FEAD-4FFE-99AA-E5226C4EC5C0}" type="sibTrans" cxnId="{963F2B6D-3F80-421C-AB64-DD99D28F83FC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00FBDAA8-4477-442E-84D2-4C5A8893BF5B}">
      <dgm:prSet phldrT="[Text]"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cell2vec</a:t>
          </a:r>
        </a:p>
      </dgm:t>
    </dgm:pt>
    <dgm:pt modelId="{18BE9E10-8B2C-42B0-BF5A-8478B9D8947E}" type="parTrans" cxnId="{11158B27-A0D3-4CDF-9757-EA2D4C4BEDEC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A93CB21B-9DF6-45B2-85A6-6FBF6DC8E99D}" type="sibTrans" cxnId="{11158B27-A0D3-4CDF-9757-EA2D4C4BEDEC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A327674D-7C25-4D89-9D71-A6DA9A231DE9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Structure to …</a:t>
          </a:r>
        </a:p>
      </dgm:t>
    </dgm:pt>
    <dgm:pt modelId="{3F726479-0950-4FB2-8186-036D06CD536C}" type="parTrans" cxnId="{BF487AEE-9809-4061-A810-6D7CA665333A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4AF841C6-D69C-43F1-8F28-49F853FFC3F5}" type="sibTrans" cxnId="{BF487AEE-9809-4061-A810-6D7CA665333A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02BD658F-0F40-426D-B3B0-79DF5F3FD373}">
      <dgm:prSet phldrT="[Text]"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struct2cell</a:t>
          </a:r>
        </a:p>
      </dgm:t>
    </dgm:pt>
    <dgm:pt modelId="{614B27EB-6079-410C-866D-C5A6CC23B08F}" type="parTrans" cxnId="{4EE46935-C28B-4B57-97F1-34FF154C7305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1D289A2A-E4E3-48D0-9F72-C0052CD21F29}" type="sibTrans" cxnId="{4EE46935-C28B-4B57-97F1-34FF154C7305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5B294A66-834A-47DE-9F51-9E3F4D0A2B5B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mat2cell</a:t>
          </a:r>
          <a:endParaRPr lang="en-US" sz="18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B6E6584E-EDDD-4FCA-898D-A9EA2E582AC0}" type="parTrans" cxnId="{6AC0C83B-6C46-40B0-84BF-67178FC151D6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5A4B8F41-A539-4D73-93B9-42ACD98092A7}" type="sibTrans" cxnId="{6AC0C83B-6C46-40B0-84BF-67178FC151D6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06EE475E-F045-4F83-AD96-E76CF7AEE0D5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mat2gray</a:t>
          </a:r>
          <a:endParaRPr lang="en-US" sz="18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9944CD25-2129-4DB0-8F8C-AEEEACD533FC}" type="parTrans" cxnId="{82C749F2-0049-4541-93A1-F4BD0D74D71D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AE7EC4BA-3F25-4364-A0C8-3493DFBD853E}" type="sibTrans" cxnId="{82C749F2-0049-4541-93A1-F4BD0D74D71D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8AB999BD-696F-48ED-B7D0-7082E8251739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mat2dec</a:t>
          </a:r>
          <a:endParaRPr lang="en-US" sz="18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1C58540D-254E-470B-9A74-C13F9B418F20}" type="parTrans" cxnId="{6E600906-4DEB-4706-95DD-FD5F5B96401B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BFFC7A64-4447-45F3-AEF1-DCF67E73D37F}" type="sibTrans" cxnId="{6E600906-4DEB-4706-95DD-FD5F5B96401B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6C975278-7A27-490B-8DBD-F6D0E802ED2E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mat2dataset</a:t>
          </a:r>
          <a:endParaRPr lang="en-US" sz="18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74CAC34F-13AA-4956-A27C-6DD2970987C8}" type="parTrans" cxnId="{4C620425-04A1-46A0-B8F3-8A45ACD5389B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87ADABE7-5CDA-4825-BABA-DFCA40E6B205}" type="sibTrans" cxnId="{4C620425-04A1-46A0-B8F3-8A45ACD5389B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FA28FDDF-5B95-4363-B426-5B2539C203DD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mat2im</a:t>
          </a:r>
        </a:p>
      </dgm:t>
    </dgm:pt>
    <dgm:pt modelId="{C6C81D53-E496-473C-9CB0-F46F02F96267}" type="parTrans" cxnId="{A25FCF0E-B173-4469-8529-96181F9DD9CA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2C405F91-DC9B-4EA3-990B-EFA1389609E8}" type="sibTrans" cxnId="{A25FCF0E-B173-4469-8529-96181F9DD9CA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CF0569F7-B4F7-472F-8442-0A352EA6C110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Cell2mat</a:t>
          </a:r>
          <a:endParaRPr lang="en-US" sz="18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2ABCD94C-104A-4B3D-94C0-6B7FF7F92105}" type="parTrans" cxnId="{4F6DF27D-0B51-4A3B-9A92-1056AEE0FBFF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87F9D67A-1D25-4445-A1CE-05DC70E2D878}" type="sibTrans" cxnId="{4F6DF27D-0B51-4A3B-9A92-1056AEE0FBFF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B1640339-4E7B-405A-AAB8-6CD71703873C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cell2struct</a:t>
          </a:r>
          <a:endParaRPr lang="en-US" sz="18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F4B742F9-13AD-4383-8480-1023D38C75B2}" type="parTrans" cxnId="{2583F32E-983F-47FE-8ABC-570F7E527F8A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B525D0F9-9CE4-4AB2-AD44-F65538A9821B}" type="sibTrans" cxnId="{2583F32E-983F-47FE-8ABC-570F7E527F8A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2D541C86-4BAF-45F6-BF0C-1BC0E90BF686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cell2table</a:t>
          </a:r>
          <a:endParaRPr lang="en-US" sz="18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206E3296-E12D-446E-86AC-D06EE838F1EC}" type="parTrans" cxnId="{72E28D2C-C108-4107-BCF9-49553A7D81FF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09BBD3F9-B474-425C-8460-01A7E8156466}" type="sibTrans" cxnId="{72E28D2C-C108-4107-BCF9-49553A7D81FF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1BA59EC8-D441-4F5E-B96D-DA23520D189C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cell2dataset</a:t>
          </a:r>
        </a:p>
      </dgm:t>
    </dgm:pt>
    <dgm:pt modelId="{02D96FF8-418A-4EFA-906D-1ECE50F92291}" type="parTrans" cxnId="{3991832B-815B-47E9-BA42-86B13C60274B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127EE6A8-433E-491B-A91F-4D54A2CADDAE}" type="sibTrans" cxnId="{3991832B-815B-47E9-BA42-86B13C60274B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3D6CEE89-C663-4439-A8D7-003B29E043A0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cell2sym</a:t>
          </a:r>
          <a:endParaRPr lang="en-US" sz="18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2AFFF54F-BC3B-45A6-A009-B2BC45624128}" type="parTrans" cxnId="{5E36DB1C-F7A9-428B-B162-5D33CAD0159A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DC53B6B6-8DF6-49F5-846C-340664420BBE}" type="sibTrans" cxnId="{5E36DB1C-F7A9-428B-B162-5D33CAD0159A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E60B530E-2A4C-4002-8808-2A3BF7720F5A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cell2sos</a:t>
          </a:r>
        </a:p>
      </dgm:t>
    </dgm:pt>
    <dgm:pt modelId="{C5D6A0A9-F905-4A27-99DB-3020D19A1AF1}" type="parTrans" cxnId="{57FE3284-265F-4369-B9C6-DD8D2A342256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902C5C66-6DF9-4D9A-8A50-03C0EA62EC52}" type="sibTrans" cxnId="{57FE3284-265F-4369-B9C6-DD8D2A342256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81EDF670-B039-417F-B023-7796430523DB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Struct2table</a:t>
          </a:r>
        </a:p>
      </dgm:t>
    </dgm:pt>
    <dgm:pt modelId="{3C3C4E31-C6FD-4FC3-9BCD-7F1C1EC67197}" type="parTrans" cxnId="{110AE358-D76C-47F3-9DF3-854B309D0763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784C337F-5F01-4862-941C-9FA0C1F323EA}" type="sibTrans" cxnId="{110AE358-D76C-47F3-9DF3-854B309D0763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0E8A8FA9-46A9-4DE0-AA3A-1340EF2F386A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Struct2dataset</a:t>
          </a:r>
          <a:endParaRPr lang="en-US" sz="18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D1FBB9B5-5FED-4406-B39F-34DCF065A39C}" type="parTrans" cxnId="{97466466-9810-4A8D-A773-4E6496A3DD02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9B62277E-D276-4A78-BA00-2CF4B16C3393}" type="sibTrans" cxnId="{97466466-9810-4A8D-A773-4E6496A3DD02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DFFE56C3-AE55-4A89-AA2B-27B772EEB64C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Struct2geotable</a:t>
          </a:r>
        </a:p>
      </dgm:t>
    </dgm:pt>
    <dgm:pt modelId="{849F80D7-9A00-4DBB-B861-4038F5780C9C}" type="parTrans" cxnId="{02850531-E347-4A43-967C-495041F5F2BF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055850B4-B781-4B74-9DA4-68129EAFD791}" type="sibTrans" cxnId="{02850531-E347-4A43-967C-495041F5F2BF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CAF26D2A-C7EA-4F5B-B6C3-E8D6E042B267}" type="pres">
      <dgm:prSet presAssocID="{D27C84DB-BAC5-4E2E-B9C3-F7390F140709}" presName="Name0" presStyleCnt="0">
        <dgm:presLayoutVars>
          <dgm:dir/>
          <dgm:animLvl val="lvl"/>
          <dgm:resizeHandles val="exact"/>
        </dgm:presLayoutVars>
      </dgm:prSet>
      <dgm:spPr/>
    </dgm:pt>
    <dgm:pt modelId="{371570AB-831A-4727-B867-30A59380D5A3}" type="pres">
      <dgm:prSet presAssocID="{FB0F9D37-0863-4EF7-9341-98159DE3B89C}" presName="composite" presStyleCnt="0"/>
      <dgm:spPr/>
    </dgm:pt>
    <dgm:pt modelId="{A1BD39AF-1254-4164-A8FD-D80DED5DF024}" type="pres">
      <dgm:prSet presAssocID="{FB0F9D37-0863-4EF7-9341-98159DE3B89C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34B8018F-DC01-43FA-90F7-C3886028EA0F}" type="pres">
      <dgm:prSet presAssocID="{FB0F9D37-0863-4EF7-9341-98159DE3B89C}" presName="desTx" presStyleLbl="alignAccFollowNode1" presStyleIdx="0" presStyleCnt="3">
        <dgm:presLayoutVars>
          <dgm:bulletEnabled val="1"/>
        </dgm:presLayoutVars>
      </dgm:prSet>
      <dgm:spPr/>
    </dgm:pt>
    <dgm:pt modelId="{07E5FB5C-5673-41F7-9859-B821E07C6E4B}" type="pres">
      <dgm:prSet presAssocID="{0A2CD8A6-44B0-4716-87B5-A1B4D80A9612}" presName="space" presStyleCnt="0"/>
      <dgm:spPr/>
    </dgm:pt>
    <dgm:pt modelId="{3C78D201-22D9-4706-8618-FFD9A2091933}" type="pres">
      <dgm:prSet presAssocID="{9419DCEE-ADB6-4497-9749-99E4991326E2}" presName="composite" presStyleCnt="0"/>
      <dgm:spPr/>
    </dgm:pt>
    <dgm:pt modelId="{759808C5-948F-4CE5-9D54-5BAB93466C4C}" type="pres">
      <dgm:prSet presAssocID="{9419DCEE-ADB6-4497-9749-99E4991326E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8139863D-89E3-4F12-B82F-375F0CCEF29D}" type="pres">
      <dgm:prSet presAssocID="{9419DCEE-ADB6-4497-9749-99E4991326E2}" presName="desTx" presStyleLbl="alignAccFollowNode1" presStyleIdx="1" presStyleCnt="3">
        <dgm:presLayoutVars>
          <dgm:bulletEnabled val="1"/>
        </dgm:presLayoutVars>
      </dgm:prSet>
      <dgm:spPr/>
    </dgm:pt>
    <dgm:pt modelId="{2E7593F9-BCDA-465F-B540-1566F33C2B07}" type="pres">
      <dgm:prSet presAssocID="{ABEDC470-FEAD-4FFE-99AA-E5226C4EC5C0}" presName="space" presStyleCnt="0"/>
      <dgm:spPr/>
    </dgm:pt>
    <dgm:pt modelId="{B22D1CCC-14ED-4CD9-A211-B7E7934853CD}" type="pres">
      <dgm:prSet presAssocID="{A327674D-7C25-4D89-9D71-A6DA9A231DE9}" presName="composite" presStyleCnt="0"/>
      <dgm:spPr/>
    </dgm:pt>
    <dgm:pt modelId="{DB1F22DE-1106-47A5-8CB9-3A96D3381C06}" type="pres">
      <dgm:prSet presAssocID="{A327674D-7C25-4D89-9D71-A6DA9A231DE9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3AD8FC69-B041-498A-A7B5-083C85BBB6BE}" type="pres">
      <dgm:prSet presAssocID="{A327674D-7C25-4D89-9D71-A6DA9A231DE9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6E600906-4DEB-4706-95DD-FD5F5B96401B}" srcId="{FB0F9D37-0863-4EF7-9341-98159DE3B89C}" destId="{8AB999BD-696F-48ED-B7D0-7082E8251739}" srcOrd="3" destOrd="0" parTransId="{1C58540D-254E-470B-9A74-C13F9B418F20}" sibTransId="{BFFC7A64-4447-45F3-AEF1-DCF67E73D37F}"/>
    <dgm:cxn modelId="{F1EEE006-FA7D-4D57-9219-2348D53127BF}" type="presOf" srcId="{D27C84DB-BAC5-4E2E-B9C3-F7390F140709}" destId="{CAF26D2A-C7EA-4F5B-B6C3-E8D6E042B267}" srcOrd="0" destOrd="0" presId="urn:microsoft.com/office/officeart/2005/8/layout/hList1"/>
    <dgm:cxn modelId="{2145C70C-6E90-4F9C-B3DC-EDA15243AC56}" type="presOf" srcId="{A327674D-7C25-4D89-9D71-A6DA9A231DE9}" destId="{DB1F22DE-1106-47A5-8CB9-3A96D3381C06}" srcOrd="0" destOrd="0" presId="urn:microsoft.com/office/officeart/2005/8/layout/hList1"/>
    <dgm:cxn modelId="{A25FCF0E-B173-4469-8529-96181F9DD9CA}" srcId="{FB0F9D37-0863-4EF7-9341-98159DE3B89C}" destId="{FA28FDDF-5B95-4363-B426-5B2539C203DD}" srcOrd="5" destOrd="0" parTransId="{C6C81D53-E496-473C-9CB0-F46F02F96267}" sibTransId="{2C405F91-DC9B-4EA3-990B-EFA1389609E8}"/>
    <dgm:cxn modelId="{B6C89015-E08F-4F4E-B555-81F91283AA02}" type="presOf" srcId="{00FBDAA8-4477-442E-84D2-4C5A8893BF5B}" destId="{8139863D-89E3-4F12-B82F-375F0CCEF29D}" srcOrd="0" destOrd="0" presId="urn:microsoft.com/office/officeart/2005/8/layout/hList1"/>
    <dgm:cxn modelId="{5E36DB1C-F7A9-428B-B162-5D33CAD0159A}" srcId="{9419DCEE-ADB6-4497-9749-99E4991326E2}" destId="{3D6CEE89-C663-4439-A8D7-003B29E043A0}" srcOrd="5" destOrd="0" parTransId="{2AFFF54F-BC3B-45A6-A009-B2BC45624128}" sibTransId="{DC53B6B6-8DF6-49F5-846C-340664420BBE}"/>
    <dgm:cxn modelId="{4C620425-04A1-46A0-B8F3-8A45ACD5389B}" srcId="{FB0F9D37-0863-4EF7-9341-98159DE3B89C}" destId="{6C975278-7A27-490B-8DBD-F6D0E802ED2E}" srcOrd="4" destOrd="0" parTransId="{74CAC34F-13AA-4956-A27C-6DD2970987C8}" sibTransId="{87ADABE7-5CDA-4825-BABA-DFCA40E6B205}"/>
    <dgm:cxn modelId="{7FC25F25-E2E1-414E-BAB1-0D19A87301CC}" type="presOf" srcId="{3D6CEE89-C663-4439-A8D7-003B29E043A0}" destId="{8139863D-89E3-4F12-B82F-375F0CCEF29D}" srcOrd="0" destOrd="5" presId="urn:microsoft.com/office/officeart/2005/8/layout/hList1"/>
    <dgm:cxn modelId="{11158B27-A0D3-4CDF-9757-EA2D4C4BEDEC}" srcId="{9419DCEE-ADB6-4497-9749-99E4991326E2}" destId="{00FBDAA8-4477-442E-84D2-4C5A8893BF5B}" srcOrd="0" destOrd="0" parTransId="{18BE9E10-8B2C-42B0-BF5A-8478B9D8947E}" sibTransId="{A93CB21B-9DF6-45B2-85A6-6FBF6DC8E99D}"/>
    <dgm:cxn modelId="{3991832B-815B-47E9-BA42-86B13C60274B}" srcId="{9419DCEE-ADB6-4497-9749-99E4991326E2}" destId="{1BA59EC8-D441-4F5E-B96D-DA23520D189C}" srcOrd="4" destOrd="0" parTransId="{02D96FF8-418A-4EFA-906D-1ECE50F92291}" sibTransId="{127EE6A8-433E-491B-A91F-4D54A2CADDAE}"/>
    <dgm:cxn modelId="{72E28D2C-C108-4107-BCF9-49553A7D81FF}" srcId="{9419DCEE-ADB6-4497-9749-99E4991326E2}" destId="{2D541C86-4BAF-45F6-BF0C-1BC0E90BF686}" srcOrd="3" destOrd="0" parTransId="{206E3296-E12D-446E-86AC-D06EE838F1EC}" sibTransId="{09BBD3F9-B474-425C-8460-01A7E8156466}"/>
    <dgm:cxn modelId="{1C29E02C-1222-4D63-A75F-C43C656F4C11}" type="presOf" srcId="{9419DCEE-ADB6-4497-9749-99E4991326E2}" destId="{759808C5-948F-4CE5-9D54-5BAB93466C4C}" srcOrd="0" destOrd="0" presId="urn:microsoft.com/office/officeart/2005/8/layout/hList1"/>
    <dgm:cxn modelId="{2583F32E-983F-47FE-8ABC-570F7E527F8A}" srcId="{9419DCEE-ADB6-4497-9749-99E4991326E2}" destId="{B1640339-4E7B-405A-AAB8-6CD71703873C}" srcOrd="2" destOrd="0" parTransId="{F4B742F9-13AD-4383-8480-1023D38C75B2}" sibTransId="{B525D0F9-9CE4-4AB2-AD44-F65538A9821B}"/>
    <dgm:cxn modelId="{02850531-E347-4A43-967C-495041F5F2BF}" srcId="{A327674D-7C25-4D89-9D71-A6DA9A231DE9}" destId="{DFFE56C3-AE55-4A89-AA2B-27B772EEB64C}" srcOrd="3" destOrd="0" parTransId="{849F80D7-9A00-4DBB-B861-4038F5780C9C}" sibTransId="{055850B4-B781-4B74-9DA4-68129EAFD791}"/>
    <dgm:cxn modelId="{4B1E9534-DA98-45F7-AEC3-166B74A17453}" type="presOf" srcId="{CF0569F7-B4F7-472F-8442-0A352EA6C110}" destId="{8139863D-89E3-4F12-B82F-375F0CCEF29D}" srcOrd="0" destOrd="1" presId="urn:microsoft.com/office/officeart/2005/8/layout/hList1"/>
    <dgm:cxn modelId="{4EE46935-C28B-4B57-97F1-34FF154C7305}" srcId="{A327674D-7C25-4D89-9D71-A6DA9A231DE9}" destId="{02BD658F-0F40-426D-B3B0-79DF5F3FD373}" srcOrd="0" destOrd="0" parTransId="{614B27EB-6079-410C-866D-C5A6CC23B08F}" sibTransId="{1D289A2A-E4E3-48D0-9F72-C0052CD21F29}"/>
    <dgm:cxn modelId="{6AC0C83B-6C46-40B0-84BF-67178FC151D6}" srcId="{FB0F9D37-0863-4EF7-9341-98159DE3B89C}" destId="{5B294A66-834A-47DE-9F51-9E3F4D0A2B5B}" srcOrd="1" destOrd="0" parTransId="{B6E6584E-EDDD-4FCA-898D-A9EA2E582AC0}" sibTransId="{5A4B8F41-A539-4D73-93B9-42ACD98092A7}"/>
    <dgm:cxn modelId="{BAE9563C-4572-401A-AD9F-A280DB3349BB}" type="presOf" srcId="{DFFE56C3-AE55-4A89-AA2B-27B772EEB64C}" destId="{3AD8FC69-B041-498A-A7B5-083C85BBB6BE}" srcOrd="0" destOrd="3" presId="urn:microsoft.com/office/officeart/2005/8/layout/hList1"/>
    <dgm:cxn modelId="{9BDB2444-4D3A-489E-B93B-2E4FDB6F0412}" type="presOf" srcId="{5B294A66-834A-47DE-9F51-9E3F4D0A2B5B}" destId="{34B8018F-DC01-43FA-90F7-C3886028EA0F}" srcOrd="0" destOrd="1" presId="urn:microsoft.com/office/officeart/2005/8/layout/hList1"/>
    <dgm:cxn modelId="{97466466-9810-4A8D-A773-4E6496A3DD02}" srcId="{A327674D-7C25-4D89-9D71-A6DA9A231DE9}" destId="{0E8A8FA9-46A9-4DE0-AA3A-1340EF2F386A}" srcOrd="2" destOrd="0" parTransId="{D1FBB9B5-5FED-4406-B39F-34DCF065A39C}" sibTransId="{9B62277E-D276-4A78-BA00-2CF4B16C3393}"/>
    <dgm:cxn modelId="{9BF0C266-4767-4418-8FB0-73D14FA0D2BE}" type="presOf" srcId="{FA28FDDF-5B95-4363-B426-5B2539C203DD}" destId="{34B8018F-DC01-43FA-90F7-C3886028EA0F}" srcOrd="0" destOrd="5" presId="urn:microsoft.com/office/officeart/2005/8/layout/hList1"/>
    <dgm:cxn modelId="{883B4547-DE34-4003-BD98-58B53695ABB5}" type="presOf" srcId="{1BA59EC8-D441-4F5E-B96D-DA23520D189C}" destId="{8139863D-89E3-4F12-B82F-375F0CCEF29D}" srcOrd="0" destOrd="4" presId="urn:microsoft.com/office/officeart/2005/8/layout/hList1"/>
    <dgm:cxn modelId="{EE8ADA4C-9FC4-478E-B80C-F8482ED8A398}" type="presOf" srcId="{2D541C86-4BAF-45F6-BF0C-1BC0E90BF686}" destId="{8139863D-89E3-4F12-B82F-375F0CCEF29D}" srcOrd="0" destOrd="3" presId="urn:microsoft.com/office/officeart/2005/8/layout/hList1"/>
    <dgm:cxn modelId="{963F2B6D-3F80-421C-AB64-DD99D28F83FC}" srcId="{D27C84DB-BAC5-4E2E-B9C3-F7390F140709}" destId="{9419DCEE-ADB6-4497-9749-99E4991326E2}" srcOrd="1" destOrd="0" parTransId="{7B03C5EA-C0AD-4996-87CB-041DA5DAE6DF}" sibTransId="{ABEDC470-FEAD-4FFE-99AA-E5226C4EC5C0}"/>
    <dgm:cxn modelId="{36ED3E74-9A52-4C2B-8B1B-08E5FB1B891C}" type="presOf" srcId="{06EE475E-F045-4F83-AD96-E76CF7AEE0D5}" destId="{34B8018F-DC01-43FA-90F7-C3886028EA0F}" srcOrd="0" destOrd="2" presId="urn:microsoft.com/office/officeart/2005/8/layout/hList1"/>
    <dgm:cxn modelId="{7A1CE655-7782-406D-BF88-E1010F03305D}" srcId="{D27C84DB-BAC5-4E2E-B9C3-F7390F140709}" destId="{FB0F9D37-0863-4EF7-9341-98159DE3B89C}" srcOrd="0" destOrd="0" parTransId="{48C6003D-6C85-4508-9E76-480222F21C65}" sibTransId="{0A2CD8A6-44B0-4716-87B5-A1B4D80A9612}"/>
    <dgm:cxn modelId="{110AE358-D76C-47F3-9DF3-854B309D0763}" srcId="{A327674D-7C25-4D89-9D71-A6DA9A231DE9}" destId="{81EDF670-B039-417F-B023-7796430523DB}" srcOrd="1" destOrd="0" parTransId="{3C3C4E31-C6FD-4FC3-9BCD-7F1C1EC67197}" sibTransId="{784C337F-5F01-4862-941C-9FA0C1F323EA}"/>
    <dgm:cxn modelId="{4F6DF27D-0B51-4A3B-9A92-1056AEE0FBFF}" srcId="{9419DCEE-ADB6-4497-9749-99E4991326E2}" destId="{CF0569F7-B4F7-472F-8442-0A352EA6C110}" srcOrd="1" destOrd="0" parTransId="{2ABCD94C-104A-4B3D-94C0-6B7FF7F92105}" sibTransId="{87F9D67A-1D25-4445-A1CE-05DC70E2D878}"/>
    <dgm:cxn modelId="{578A767F-42C6-46A8-AFF5-BCF95E9A551A}" type="presOf" srcId="{E60B530E-2A4C-4002-8808-2A3BF7720F5A}" destId="{8139863D-89E3-4F12-B82F-375F0CCEF29D}" srcOrd="0" destOrd="6" presId="urn:microsoft.com/office/officeart/2005/8/layout/hList1"/>
    <dgm:cxn modelId="{57FE3284-265F-4369-B9C6-DD8D2A342256}" srcId="{9419DCEE-ADB6-4497-9749-99E4991326E2}" destId="{E60B530E-2A4C-4002-8808-2A3BF7720F5A}" srcOrd="6" destOrd="0" parTransId="{C5D6A0A9-F905-4A27-99DB-3020D19A1AF1}" sibTransId="{902C5C66-6DF9-4D9A-8A50-03C0EA62EC52}"/>
    <dgm:cxn modelId="{5BC0E78E-043C-477F-927B-4299F1608B3E}" type="presOf" srcId="{4A3F5BA4-B48C-428F-BC93-9F27C79D454E}" destId="{34B8018F-DC01-43FA-90F7-C3886028EA0F}" srcOrd="0" destOrd="0" presId="urn:microsoft.com/office/officeart/2005/8/layout/hList1"/>
    <dgm:cxn modelId="{CDB09B8F-8714-4F3D-8525-6C5CD9A3AC79}" type="presOf" srcId="{0E8A8FA9-46A9-4DE0-AA3A-1340EF2F386A}" destId="{3AD8FC69-B041-498A-A7B5-083C85BBB6BE}" srcOrd="0" destOrd="2" presId="urn:microsoft.com/office/officeart/2005/8/layout/hList1"/>
    <dgm:cxn modelId="{CF65749C-01BF-4E28-B742-A5925140B91E}" type="presOf" srcId="{81EDF670-B039-417F-B023-7796430523DB}" destId="{3AD8FC69-B041-498A-A7B5-083C85BBB6BE}" srcOrd="0" destOrd="1" presId="urn:microsoft.com/office/officeart/2005/8/layout/hList1"/>
    <dgm:cxn modelId="{98A441A1-854E-45C5-97A1-D26262266BD8}" type="presOf" srcId="{FB0F9D37-0863-4EF7-9341-98159DE3B89C}" destId="{A1BD39AF-1254-4164-A8FD-D80DED5DF024}" srcOrd="0" destOrd="0" presId="urn:microsoft.com/office/officeart/2005/8/layout/hList1"/>
    <dgm:cxn modelId="{A3B9F0A3-75C4-4BD8-9624-830367EE85D2}" type="presOf" srcId="{B1640339-4E7B-405A-AAB8-6CD71703873C}" destId="{8139863D-89E3-4F12-B82F-375F0CCEF29D}" srcOrd="0" destOrd="2" presId="urn:microsoft.com/office/officeart/2005/8/layout/hList1"/>
    <dgm:cxn modelId="{81D5E4A4-87EC-4091-B86E-CAA5FF597EF9}" srcId="{FB0F9D37-0863-4EF7-9341-98159DE3B89C}" destId="{4A3F5BA4-B48C-428F-BC93-9F27C79D454E}" srcOrd="0" destOrd="0" parTransId="{1D445E55-E99B-4127-B07C-D0A67F372A2C}" sibTransId="{40B1A6B3-BC19-4FE2-967C-12BE11DCF657}"/>
    <dgm:cxn modelId="{C5B9B0BB-83EC-47C2-B31E-1D5010B106DA}" type="presOf" srcId="{6C975278-7A27-490B-8DBD-F6D0E802ED2E}" destId="{34B8018F-DC01-43FA-90F7-C3886028EA0F}" srcOrd="0" destOrd="4" presId="urn:microsoft.com/office/officeart/2005/8/layout/hList1"/>
    <dgm:cxn modelId="{6A0A91E3-4E59-4CE0-B4AD-FB4C6534D407}" type="presOf" srcId="{02BD658F-0F40-426D-B3B0-79DF5F3FD373}" destId="{3AD8FC69-B041-498A-A7B5-083C85BBB6BE}" srcOrd="0" destOrd="0" presId="urn:microsoft.com/office/officeart/2005/8/layout/hList1"/>
    <dgm:cxn modelId="{8BCF7AEB-2322-46B8-8D8C-89431C541A87}" type="presOf" srcId="{8AB999BD-696F-48ED-B7D0-7082E8251739}" destId="{34B8018F-DC01-43FA-90F7-C3886028EA0F}" srcOrd="0" destOrd="3" presId="urn:microsoft.com/office/officeart/2005/8/layout/hList1"/>
    <dgm:cxn modelId="{BF487AEE-9809-4061-A810-6D7CA665333A}" srcId="{D27C84DB-BAC5-4E2E-B9C3-F7390F140709}" destId="{A327674D-7C25-4D89-9D71-A6DA9A231DE9}" srcOrd="2" destOrd="0" parTransId="{3F726479-0950-4FB2-8186-036D06CD536C}" sibTransId="{4AF841C6-D69C-43F1-8F28-49F853FFC3F5}"/>
    <dgm:cxn modelId="{82C749F2-0049-4541-93A1-F4BD0D74D71D}" srcId="{FB0F9D37-0863-4EF7-9341-98159DE3B89C}" destId="{06EE475E-F045-4F83-AD96-E76CF7AEE0D5}" srcOrd="2" destOrd="0" parTransId="{9944CD25-2129-4DB0-8F8C-AEEEACD533FC}" sibTransId="{AE7EC4BA-3F25-4364-A0C8-3493DFBD853E}"/>
    <dgm:cxn modelId="{DDB4D798-5F23-4CF3-A6C3-D5D0F545F580}" type="presParOf" srcId="{CAF26D2A-C7EA-4F5B-B6C3-E8D6E042B267}" destId="{371570AB-831A-4727-B867-30A59380D5A3}" srcOrd="0" destOrd="0" presId="urn:microsoft.com/office/officeart/2005/8/layout/hList1"/>
    <dgm:cxn modelId="{A8963107-7E28-4F14-8F0B-253E086345FB}" type="presParOf" srcId="{371570AB-831A-4727-B867-30A59380D5A3}" destId="{A1BD39AF-1254-4164-A8FD-D80DED5DF024}" srcOrd="0" destOrd="0" presId="urn:microsoft.com/office/officeart/2005/8/layout/hList1"/>
    <dgm:cxn modelId="{8BE09905-6A28-470C-A279-AFC42DB28F88}" type="presParOf" srcId="{371570AB-831A-4727-B867-30A59380D5A3}" destId="{34B8018F-DC01-43FA-90F7-C3886028EA0F}" srcOrd="1" destOrd="0" presId="urn:microsoft.com/office/officeart/2005/8/layout/hList1"/>
    <dgm:cxn modelId="{99A15B68-79D1-4508-89D4-57FA736ABFEE}" type="presParOf" srcId="{CAF26D2A-C7EA-4F5B-B6C3-E8D6E042B267}" destId="{07E5FB5C-5673-41F7-9859-B821E07C6E4B}" srcOrd="1" destOrd="0" presId="urn:microsoft.com/office/officeart/2005/8/layout/hList1"/>
    <dgm:cxn modelId="{10AB32A7-7151-4FF2-A9F3-11DAA0C31BF8}" type="presParOf" srcId="{CAF26D2A-C7EA-4F5B-B6C3-E8D6E042B267}" destId="{3C78D201-22D9-4706-8618-FFD9A2091933}" srcOrd="2" destOrd="0" presId="urn:microsoft.com/office/officeart/2005/8/layout/hList1"/>
    <dgm:cxn modelId="{BF0BD4FA-65DB-47D6-BA0D-1F2DC6E77BA0}" type="presParOf" srcId="{3C78D201-22D9-4706-8618-FFD9A2091933}" destId="{759808C5-948F-4CE5-9D54-5BAB93466C4C}" srcOrd="0" destOrd="0" presId="urn:microsoft.com/office/officeart/2005/8/layout/hList1"/>
    <dgm:cxn modelId="{0715B552-1C2E-46CB-B220-9E9806C50D3A}" type="presParOf" srcId="{3C78D201-22D9-4706-8618-FFD9A2091933}" destId="{8139863D-89E3-4F12-B82F-375F0CCEF29D}" srcOrd="1" destOrd="0" presId="urn:microsoft.com/office/officeart/2005/8/layout/hList1"/>
    <dgm:cxn modelId="{E6E9C2B1-5BB6-4E3F-8A24-EA4A2CB1F9F2}" type="presParOf" srcId="{CAF26D2A-C7EA-4F5B-B6C3-E8D6E042B267}" destId="{2E7593F9-BCDA-465F-B540-1566F33C2B07}" srcOrd="3" destOrd="0" presId="urn:microsoft.com/office/officeart/2005/8/layout/hList1"/>
    <dgm:cxn modelId="{F58EADDD-367A-4079-A8E8-991D54A90002}" type="presParOf" srcId="{CAF26D2A-C7EA-4F5B-B6C3-E8D6E042B267}" destId="{B22D1CCC-14ED-4CD9-A211-B7E7934853CD}" srcOrd="4" destOrd="0" presId="urn:microsoft.com/office/officeart/2005/8/layout/hList1"/>
    <dgm:cxn modelId="{75B0B6F4-63C0-480F-90C1-53F9FA74606F}" type="presParOf" srcId="{B22D1CCC-14ED-4CD9-A211-B7E7934853CD}" destId="{DB1F22DE-1106-47A5-8CB9-3A96D3381C06}" srcOrd="0" destOrd="0" presId="urn:microsoft.com/office/officeart/2005/8/layout/hList1"/>
    <dgm:cxn modelId="{20BA84F2-79D9-4761-A62F-2D3284D00243}" type="presParOf" srcId="{B22D1CCC-14ED-4CD9-A211-B7E7934853CD}" destId="{3AD8FC69-B041-498A-A7B5-083C85BBB6B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865630E-2F1F-49E0-947D-950EFE446F92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52B3CA-446C-43F0-94BC-493B06DA85B6}">
      <dgm:prSet phldrT="[Text]" custT="1"/>
      <dgm:spPr>
        <a:solidFill>
          <a:srgbClr val="74B44A"/>
        </a:solidFill>
      </dgm:spPr>
      <dgm:t>
        <a:bodyPr/>
        <a:lstStyle/>
        <a:p>
          <a:r>
            <a: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Creating</a:t>
          </a:r>
        </a:p>
      </dgm:t>
    </dgm:pt>
    <dgm:pt modelId="{0AA96D4D-D13C-4BBA-BB35-B0EB8D0D642A}" type="parTrans" cxnId="{9F97F159-92FA-460D-858E-2BF5040032FB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8B074B79-33B6-4DE0-8E00-E35F41734565}" type="sibTrans" cxnId="{9F97F159-92FA-460D-858E-2BF5040032FB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563D3365-613D-4B58-9CE1-C5A74F9C0536}">
      <dgm:prSet phldrT="[Text]" custT="1"/>
      <dgm:spPr>
        <a:solidFill>
          <a:srgbClr val="74B44A"/>
        </a:solidFill>
      </dgm:spPr>
      <dgm:t>
        <a:bodyPr/>
        <a:lstStyle/>
        <a:p>
          <a:r>
            <a: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Measuring</a:t>
          </a:r>
        </a:p>
      </dgm:t>
    </dgm:pt>
    <dgm:pt modelId="{C9967A84-5FF7-407F-A359-00EC246F67F4}" type="parTrans" cxnId="{FC7C472C-2A05-46E2-A69A-5F3D611C6D5B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AA1D5965-84C8-4821-B173-AC8B81C5228A}" type="sibTrans" cxnId="{FC7C472C-2A05-46E2-A69A-5F3D611C6D5B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8BEFDFE9-DB50-4FB7-AD09-6247C8BE7370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14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Sz</a:t>
          </a: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= size (A);	         [</a:t>
          </a:r>
          <a:r>
            <a:rPr lang="en-US" sz="14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Nrows</a:t>
          </a: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, </a:t>
          </a:r>
          <a:r>
            <a:rPr lang="en-US" sz="14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Ncolums</a:t>
          </a: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, …] = size (A);</a:t>
          </a:r>
        </a:p>
      </dgm:t>
    </dgm:pt>
    <dgm:pt modelId="{D4063314-2451-48DF-AC9B-5A430B53975D}" type="parTrans" cxnId="{E19F4857-87BB-4BE0-8874-D0932F2402C6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B4DFCE00-72A7-4C56-AEB2-13AB16A29291}" type="sibTrans" cxnId="{E19F4857-87BB-4BE0-8874-D0932F2402C6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4394BDCB-FA6A-4E72-A052-68F5C3E3EBD9}">
      <dgm:prSet phldrT="[Text]"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0412A4A8-2DDC-4C9E-BEE5-B37C06DBDB45}" type="sibTrans" cxnId="{7F80884D-21F5-475A-86EF-E320EF74A44C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924BAF2F-5B1C-46EC-805B-1409E824F643}" type="parTrans" cxnId="{7F80884D-21F5-475A-86EF-E320EF74A44C}">
      <dgm:prSet/>
      <dgm:spPr/>
      <dgm:t>
        <a:bodyPr/>
        <a:lstStyle/>
        <a:p>
          <a:endParaRPr lang="en-US" sz="18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12AE75CF-B422-49B2-B814-C3AD5CD4F940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44852C52-CCAF-4EB2-9FF2-5E2BCB65283F}" type="parTrans" cxnId="{06C0D96F-F9E1-4A09-BB9B-D5ED9A2CC029}">
      <dgm:prSet/>
      <dgm:spPr/>
      <dgm:t>
        <a:bodyPr/>
        <a:lstStyle/>
        <a:p>
          <a:endParaRPr lang="en-US"/>
        </a:p>
      </dgm:t>
    </dgm:pt>
    <dgm:pt modelId="{DF24A23C-0D30-4740-8537-A345A6823C49}" type="sibTrans" cxnId="{06C0D96F-F9E1-4A09-BB9B-D5ED9A2CC029}">
      <dgm:prSet/>
      <dgm:spPr/>
      <dgm:t>
        <a:bodyPr/>
        <a:lstStyle/>
        <a:p>
          <a:endParaRPr lang="en-US"/>
        </a:p>
      </dgm:t>
    </dgm:pt>
    <dgm:pt modelId="{83EB91AC-B8DF-4323-A916-7EB51FE2972D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DFDC0A2C-79C4-42D3-8B18-1000CEDCE2F9}" type="parTrans" cxnId="{0F2FB1C2-6FFE-4B74-B08A-03F5D581F816}">
      <dgm:prSet/>
      <dgm:spPr/>
      <dgm:t>
        <a:bodyPr/>
        <a:lstStyle/>
        <a:p>
          <a:endParaRPr lang="en-US"/>
        </a:p>
      </dgm:t>
    </dgm:pt>
    <dgm:pt modelId="{98C58C66-8BF5-4939-9260-8CDCCEFC0E41}" type="sibTrans" cxnId="{0F2FB1C2-6FFE-4B74-B08A-03F5D581F816}">
      <dgm:prSet/>
      <dgm:spPr/>
      <dgm:t>
        <a:bodyPr/>
        <a:lstStyle/>
        <a:p>
          <a:endParaRPr lang="en-US"/>
        </a:p>
      </dgm:t>
    </dgm:pt>
    <dgm:pt modelId="{6ABA4E5C-F33D-4B35-8E19-6EA920852FFB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2C51191E-A5CB-4D76-A203-6B80E49028E7}" type="parTrans" cxnId="{144112CB-3984-436A-BD9E-7A318C8DC9B6}">
      <dgm:prSet/>
      <dgm:spPr/>
      <dgm:t>
        <a:bodyPr/>
        <a:lstStyle/>
        <a:p>
          <a:endParaRPr lang="en-US"/>
        </a:p>
      </dgm:t>
    </dgm:pt>
    <dgm:pt modelId="{78ABF72B-237D-4ECA-B48B-8FE221377F61}" type="sibTrans" cxnId="{144112CB-3984-436A-BD9E-7A318C8DC9B6}">
      <dgm:prSet/>
      <dgm:spPr/>
      <dgm:t>
        <a:bodyPr/>
        <a:lstStyle/>
        <a:p>
          <a:endParaRPr lang="en-US"/>
        </a:p>
      </dgm:t>
    </dgm:pt>
    <dgm:pt modelId="{5D047ACF-ECFE-4C0E-8F4A-031DB350BC9A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2D355DBD-E342-43BB-9D84-8AF5147EAA69}" type="parTrans" cxnId="{3C9D005F-C11E-4284-A7AD-C670E95890D3}">
      <dgm:prSet/>
      <dgm:spPr/>
      <dgm:t>
        <a:bodyPr/>
        <a:lstStyle/>
        <a:p>
          <a:endParaRPr lang="en-US"/>
        </a:p>
      </dgm:t>
    </dgm:pt>
    <dgm:pt modelId="{860E28F4-4B0D-4BBD-BF59-462CC378CA4D}" type="sibTrans" cxnId="{3C9D005F-C11E-4284-A7AD-C670E95890D3}">
      <dgm:prSet/>
      <dgm:spPr/>
      <dgm:t>
        <a:bodyPr/>
        <a:lstStyle/>
        <a:p>
          <a:endParaRPr lang="en-US"/>
        </a:p>
      </dgm:t>
    </dgm:pt>
    <dgm:pt modelId="{7AC2DD07-AB6D-4E46-B272-1AA5BFA91535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ND = </a:t>
          </a:r>
          <a:r>
            <a:rPr lang="en-US" sz="14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ndims</a:t>
          </a: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(A);</a:t>
          </a:r>
        </a:p>
      </dgm:t>
    </dgm:pt>
    <dgm:pt modelId="{596C0002-8495-4290-82B9-719D6C722A9A}" type="parTrans" cxnId="{FC9BB3BF-2CA9-453C-9B92-4817B216C476}">
      <dgm:prSet/>
      <dgm:spPr/>
      <dgm:t>
        <a:bodyPr/>
        <a:lstStyle/>
        <a:p>
          <a:endParaRPr lang="en-US"/>
        </a:p>
      </dgm:t>
    </dgm:pt>
    <dgm:pt modelId="{3BC4BD24-D85A-4097-95B0-B7AD91A5DF1C}" type="sibTrans" cxnId="{FC9BB3BF-2CA9-453C-9B92-4817B216C476}">
      <dgm:prSet/>
      <dgm:spPr/>
      <dgm:t>
        <a:bodyPr/>
        <a:lstStyle/>
        <a:p>
          <a:endParaRPr lang="en-US"/>
        </a:p>
      </dgm:t>
    </dgm:pt>
    <dgm:pt modelId="{CA0BEAFC-69DD-41AF-A55C-26CA1C8896DD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 = </a:t>
          </a:r>
          <a:r>
            <a:rPr lang="en-US" sz="14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numel</a:t>
          </a:r>
          <a:r>
            <a: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(A);</a:t>
          </a:r>
        </a:p>
      </dgm:t>
    </dgm:pt>
    <dgm:pt modelId="{82C03DC7-5550-4769-9CE9-FEBCA0B57209}" type="parTrans" cxnId="{2A47C319-C887-428A-9E9E-29E8C7BA674E}">
      <dgm:prSet/>
      <dgm:spPr/>
      <dgm:t>
        <a:bodyPr/>
        <a:lstStyle/>
        <a:p>
          <a:endParaRPr lang="en-US"/>
        </a:p>
      </dgm:t>
    </dgm:pt>
    <dgm:pt modelId="{5BAE8E41-B750-4814-A13A-DE08AABAABBE}" type="sibTrans" cxnId="{2A47C319-C887-428A-9E9E-29E8C7BA674E}">
      <dgm:prSet/>
      <dgm:spPr/>
      <dgm:t>
        <a:bodyPr/>
        <a:lstStyle/>
        <a:p>
          <a:endParaRPr lang="en-US"/>
        </a:p>
      </dgm:t>
    </dgm:pt>
    <dgm:pt modelId="{1705AE45-E481-44D0-AFE0-8AE5DA3B6122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B5D80416-1CEC-41E0-B16C-E73411649F25}" type="parTrans" cxnId="{40BC19B1-46F3-4757-B755-6B9BD8FF04FF}">
      <dgm:prSet/>
      <dgm:spPr/>
      <dgm:t>
        <a:bodyPr/>
        <a:lstStyle/>
        <a:p>
          <a:endParaRPr lang="en-US"/>
        </a:p>
      </dgm:t>
    </dgm:pt>
    <dgm:pt modelId="{8765232D-9F4E-408E-9CBA-33FE439C055C}" type="sibTrans" cxnId="{40BC19B1-46F3-4757-B755-6B9BD8FF04FF}">
      <dgm:prSet/>
      <dgm:spPr/>
      <dgm:t>
        <a:bodyPr/>
        <a:lstStyle/>
        <a:p>
          <a:endParaRPr lang="en-US"/>
        </a:p>
      </dgm:t>
    </dgm:pt>
    <dgm:pt modelId="{849EAF09-8258-4302-88D1-7811CF058645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BE4A84D2-D032-4337-8B08-D05BBE3002E1}" type="parTrans" cxnId="{75BBFCDC-DF6A-45DD-8BBB-A3150AC91447}">
      <dgm:prSet/>
      <dgm:spPr/>
      <dgm:t>
        <a:bodyPr/>
        <a:lstStyle/>
        <a:p>
          <a:endParaRPr lang="en-US"/>
        </a:p>
      </dgm:t>
    </dgm:pt>
    <dgm:pt modelId="{4190BFDB-F502-4615-8F4B-060D103CABB2}" type="sibTrans" cxnId="{75BBFCDC-DF6A-45DD-8BBB-A3150AC91447}">
      <dgm:prSet/>
      <dgm:spPr/>
      <dgm:t>
        <a:bodyPr/>
        <a:lstStyle/>
        <a:p>
          <a:endParaRPr lang="en-US"/>
        </a:p>
      </dgm:t>
    </dgm:pt>
    <dgm:pt modelId="{8F39EAAD-9C48-4359-B0C8-A6C20A448400}">
      <dgm:prSet phldrT="[Text]" custT="1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1C11773A-D0BC-47E0-B7EA-F42BAAD01594}" type="parTrans" cxnId="{C4130150-5FB5-4CD1-95B8-A8C4DDBE1A14}">
      <dgm:prSet/>
      <dgm:spPr/>
      <dgm:t>
        <a:bodyPr/>
        <a:lstStyle/>
        <a:p>
          <a:endParaRPr lang="en-US"/>
        </a:p>
      </dgm:t>
    </dgm:pt>
    <dgm:pt modelId="{88F169DC-789B-431B-BB7C-DD7A3DBC2FE4}" type="sibTrans" cxnId="{C4130150-5FB5-4CD1-95B8-A8C4DDBE1A14}">
      <dgm:prSet/>
      <dgm:spPr/>
      <dgm:t>
        <a:bodyPr/>
        <a:lstStyle/>
        <a:p>
          <a:endParaRPr lang="en-US"/>
        </a:p>
      </dgm:t>
    </dgm:pt>
    <dgm:pt modelId="{41BC9519-769C-45DB-8C0D-23DB7562FA39}" type="pres">
      <dgm:prSet presAssocID="{7865630E-2F1F-49E0-947D-950EFE446F92}" presName="Name0" presStyleCnt="0">
        <dgm:presLayoutVars>
          <dgm:dir/>
          <dgm:animLvl val="lvl"/>
          <dgm:resizeHandles val="exact"/>
        </dgm:presLayoutVars>
      </dgm:prSet>
      <dgm:spPr/>
    </dgm:pt>
    <dgm:pt modelId="{DD01BA94-B762-43E7-8B05-8D6C9EDB5D50}" type="pres">
      <dgm:prSet presAssocID="{BE52B3CA-446C-43F0-94BC-493B06DA85B6}" presName="linNode" presStyleCnt="0"/>
      <dgm:spPr/>
    </dgm:pt>
    <dgm:pt modelId="{503AFDED-65A0-4B3C-8D4B-10D4C37B3DB7}" type="pres">
      <dgm:prSet presAssocID="{BE52B3CA-446C-43F0-94BC-493B06DA85B6}" presName="parentText" presStyleLbl="node1" presStyleIdx="0" presStyleCnt="2" custScaleX="90400" custScaleY="83226">
        <dgm:presLayoutVars>
          <dgm:chMax val="1"/>
          <dgm:bulletEnabled val="1"/>
        </dgm:presLayoutVars>
      </dgm:prSet>
      <dgm:spPr/>
    </dgm:pt>
    <dgm:pt modelId="{D1EA7380-CBBF-48E4-904D-074268CF5DF4}" type="pres">
      <dgm:prSet presAssocID="{BE52B3CA-446C-43F0-94BC-493B06DA85B6}" presName="descendantText" presStyleLbl="alignAccFollowNode1" presStyleIdx="0" presStyleCnt="2" custScaleX="117644" custScaleY="97040" custLinFactNeighborY="-1732">
        <dgm:presLayoutVars>
          <dgm:bulletEnabled val="1"/>
        </dgm:presLayoutVars>
      </dgm:prSet>
      <dgm:spPr/>
    </dgm:pt>
    <dgm:pt modelId="{4DB7A482-FA29-4BF8-A9A7-67C7BA925BE7}" type="pres">
      <dgm:prSet presAssocID="{8B074B79-33B6-4DE0-8E00-E35F41734565}" presName="sp" presStyleCnt="0"/>
      <dgm:spPr/>
    </dgm:pt>
    <dgm:pt modelId="{778B0507-B5F4-4BF3-9710-0EDE459C11D8}" type="pres">
      <dgm:prSet presAssocID="{563D3365-613D-4B58-9CE1-C5A74F9C0536}" presName="linNode" presStyleCnt="0"/>
      <dgm:spPr/>
    </dgm:pt>
    <dgm:pt modelId="{E1DBB671-C95C-482D-ABF1-5ADBF0D6DF11}" type="pres">
      <dgm:prSet presAssocID="{563D3365-613D-4B58-9CE1-C5A74F9C0536}" presName="parentText" presStyleLbl="node1" presStyleIdx="1" presStyleCnt="2" custScaleX="89128" custScaleY="38514">
        <dgm:presLayoutVars>
          <dgm:chMax val="1"/>
          <dgm:bulletEnabled val="1"/>
        </dgm:presLayoutVars>
      </dgm:prSet>
      <dgm:spPr/>
    </dgm:pt>
    <dgm:pt modelId="{EC39413B-E0F6-4FAA-8965-85C269521F3C}" type="pres">
      <dgm:prSet presAssocID="{563D3365-613D-4B58-9CE1-C5A74F9C0536}" presName="descendantText" presStyleLbl="alignAccFollowNode1" presStyleIdx="1" presStyleCnt="2" custScaleX="123871" custScaleY="42804" custLinFactNeighborX="10653" custLinFactNeighborY="0">
        <dgm:presLayoutVars>
          <dgm:bulletEnabled val="1"/>
        </dgm:presLayoutVars>
      </dgm:prSet>
      <dgm:spPr/>
    </dgm:pt>
  </dgm:ptLst>
  <dgm:cxnLst>
    <dgm:cxn modelId="{E6238419-8877-4A61-A0A8-E4D3850E7E2B}" type="presOf" srcId="{BE52B3CA-446C-43F0-94BC-493B06DA85B6}" destId="{503AFDED-65A0-4B3C-8D4B-10D4C37B3DB7}" srcOrd="0" destOrd="0" presId="urn:microsoft.com/office/officeart/2005/8/layout/vList5"/>
    <dgm:cxn modelId="{2A47C319-C887-428A-9E9E-29E8C7BA674E}" srcId="{563D3365-613D-4B58-9CE1-C5A74F9C0536}" destId="{CA0BEAFC-69DD-41AF-A55C-26CA1C8896DD}" srcOrd="2" destOrd="0" parTransId="{82C03DC7-5550-4769-9CE9-FEBCA0B57209}" sibTransId="{5BAE8E41-B750-4814-A13A-DE08AABAABBE}"/>
    <dgm:cxn modelId="{7A28A91E-1ECE-4575-8D3F-7DDA8BE9C719}" type="presOf" srcId="{5D047ACF-ECFE-4C0E-8F4A-031DB350BC9A}" destId="{D1EA7380-CBBF-48E4-904D-074268CF5DF4}" srcOrd="0" destOrd="1" presId="urn:microsoft.com/office/officeart/2005/8/layout/vList5"/>
    <dgm:cxn modelId="{335EF52B-1E9E-49D2-A13A-0F88441F6378}" type="presOf" srcId="{1705AE45-E481-44D0-AFE0-8AE5DA3B6122}" destId="{D1EA7380-CBBF-48E4-904D-074268CF5DF4}" srcOrd="0" destOrd="6" presId="urn:microsoft.com/office/officeart/2005/8/layout/vList5"/>
    <dgm:cxn modelId="{FC7C472C-2A05-46E2-A69A-5F3D611C6D5B}" srcId="{7865630E-2F1F-49E0-947D-950EFE446F92}" destId="{563D3365-613D-4B58-9CE1-C5A74F9C0536}" srcOrd="1" destOrd="0" parTransId="{C9967A84-5FF7-407F-A359-00EC246F67F4}" sibTransId="{AA1D5965-84C8-4821-B173-AC8B81C5228A}"/>
    <dgm:cxn modelId="{9218313C-0FE5-4EB7-80CC-E7CE6A3FC278}" type="presOf" srcId="{12AE75CF-B422-49B2-B814-C3AD5CD4F940}" destId="{D1EA7380-CBBF-48E4-904D-074268CF5DF4}" srcOrd="0" destOrd="2" presId="urn:microsoft.com/office/officeart/2005/8/layout/vList5"/>
    <dgm:cxn modelId="{3C9D005F-C11E-4284-A7AD-C670E95890D3}" srcId="{4394BDCB-FA6A-4E72-A052-68F5C3E3EBD9}" destId="{5D047ACF-ECFE-4C0E-8F4A-031DB350BC9A}" srcOrd="0" destOrd="0" parTransId="{2D355DBD-E342-43BB-9D84-8AF5147EAA69}" sibTransId="{860E28F4-4B0D-4BBD-BF59-462CC378CA4D}"/>
    <dgm:cxn modelId="{09DC3142-6FD1-4049-8F97-E3388B2DE126}" type="presOf" srcId="{7865630E-2F1F-49E0-947D-950EFE446F92}" destId="{41BC9519-769C-45DB-8C0D-23DB7562FA39}" srcOrd="0" destOrd="0" presId="urn:microsoft.com/office/officeart/2005/8/layout/vList5"/>
    <dgm:cxn modelId="{CDBA5D64-7155-4B78-B389-44C63CA80EE1}" type="presOf" srcId="{7AC2DD07-AB6D-4E46-B272-1AA5BFA91535}" destId="{EC39413B-E0F6-4FAA-8965-85C269521F3C}" srcOrd="0" destOrd="1" presId="urn:microsoft.com/office/officeart/2005/8/layout/vList5"/>
    <dgm:cxn modelId="{7F80884D-21F5-475A-86EF-E320EF74A44C}" srcId="{BE52B3CA-446C-43F0-94BC-493B06DA85B6}" destId="{4394BDCB-FA6A-4E72-A052-68F5C3E3EBD9}" srcOrd="0" destOrd="0" parTransId="{924BAF2F-5B1C-46EC-805B-1409E824F643}" sibTransId="{0412A4A8-2DDC-4C9E-BEE5-B37C06DBDB45}"/>
    <dgm:cxn modelId="{06C0D96F-F9E1-4A09-BB9B-D5ED9A2CC029}" srcId="{5D047ACF-ECFE-4C0E-8F4A-031DB350BC9A}" destId="{12AE75CF-B422-49B2-B814-C3AD5CD4F940}" srcOrd="0" destOrd="0" parTransId="{44852C52-CCAF-4EB2-9FF2-5E2BCB65283F}" sibTransId="{DF24A23C-0D30-4740-8537-A345A6823C49}"/>
    <dgm:cxn modelId="{C4130150-5FB5-4CD1-95B8-A8C4DDBE1A14}" srcId="{BE52B3CA-446C-43F0-94BC-493B06DA85B6}" destId="{8F39EAAD-9C48-4359-B0C8-A6C20A448400}" srcOrd="2" destOrd="0" parTransId="{1C11773A-D0BC-47E0-B7EA-F42BAAD01594}" sibTransId="{88F169DC-789B-431B-BB7C-DD7A3DBC2FE4}"/>
    <dgm:cxn modelId="{E19F4857-87BB-4BE0-8874-D0932F2402C6}" srcId="{563D3365-613D-4B58-9CE1-C5A74F9C0536}" destId="{8BEFDFE9-DB50-4FB7-AD09-6247C8BE7370}" srcOrd="0" destOrd="0" parTransId="{D4063314-2451-48DF-AC9B-5A430B53975D}" sibTransId="{B4DFCE00-72A7-4C56-AEB2-13AB16A29291}"/>
    <dgm:cxn modelId="{9F97F159-92FA-460D-858E-2BF5040032FB}" srcId="{7865630E-2F1F-49E0-947D-950EFE446F92}" destId="{BE52B3CA-446C-43F0-94BC-493B06DA85B6}" srcOrd="0" destOrd="0" parTransId="{0AA96D4D-D13C-4BBA-BB35-B0EB8D0D642A}" sibTransId="{8B074B79-33B6-4DE0-8E00-E35F41734565}"/>
    <dgm:cxn modelId="{B3D1F588-2DED-4382-9E89-F4943724F2DC}" type="presOf" srcId="{CA0BEAFC-69DD-41AF-A55C-26CA1C8896DD}" destId="{EC39413B-E0F6-4FAA-8965-85C269521F3C}" srcOrd="0" destOrd="2" presId="urn:microsoft.com/office/officeart/2005/8/layout/vList5"/>
    <dgm:cxn modelId="{D42AD79F-B0A8-4F78-95A1-0D5EB748EB70}" type="presOf" srcId="{8BEFDFE9-DB50-4FB7-AD09-6247C8BE7370}" destId="{EC39413B-E0F6-4FAA-8965-85C269521F3C}" srcOrd="0" destOrd="0" presId="urn:microsoft.com/office/officeart/2005/8/layout/vList5"/>
    <dgm:cxn modelId="{5CE65BA6-7980-47CC-9ECA-51ECEFC37E08}" type="presOf" srcId="{849EAF09-8258-4302-88D1-7811CF058645}" destId="{D1EA7380-CBBF-48E4-904D-074268CF5DF4}" srcOrd="0" destOrd="7" presId="urn:microsoft.com/office/officeart/2005/8/layout/vList5"/>
    <dgm:cxn modelId="{1993F9AB-B411-4FAC-8633-ECBD697EC4AA}" type="presOf" srcId="{6ABA4E5C-F33D-4B35-8E19-6EA920852FFB}" destId="{D1EA7380-CBBF-48E4-904D-074268CF5DF4}" srcOrd="0" destOrd="4" presId="urn:microsoft.com/office/officeart/2005/8/layout/vList5"/>
    <dgm:cxn modelId="{40BC19B1-46F3-4757-B755-6B9BD8FF04FF}" srcId="{BE52B3CA-446C-43F0-94BC-493B06DA85B6}" destId="{1705AE45-E481-44D0-AFE0-8AE5DA3B6122}" srcOrd="3" destOrd="0" parTransId="{B5D80416-1CEC-41E0-B16C-E73411649F25}" sibTransId="{8765232D-9F4E-408E-9CBA-33FE439C055C}"/>
    <dgm:cxn modelId="{1692BCB2-DD2A-4634-AF14-8948A21D2ACD}" type="presOf" srcId="{563D3365-613D-4B58-9CE1-C5A74F9C0536}" destId="{E1DBB671-C95C-482D-ABF1-5ADBF0D6DF11}" srcOrd="0" destOrd="0" presId="urn:microsoft.com/office/officeart/2005/8/layout/vList5"/>
    <dgm:cxn modelId="{FC9BB3BF-2CA9-453C-9B92-4817B216C476}" srcId="{563D3365-613D-4B58-9CE1-C5A74F9C0536}" destId="{7AC2DD07-AB6D-4E46-B272-1AA5BFA91535}" srcOrd="1" destOrd="0" parTransId="{596C0002-8495-4290-82B9-719D6C722A9A}" sibTransId="{3BC4BD24-D85A-4097-95B0-B7AD91A5DF1C}"/>
    <dgm:cxn modelId="{0F2FB1C2-6FFE-4B74-B08A-03F5D581F816}" srcId="{12AE75CF-B422-49B2-B814-C3AD5CD4F940}" destId="{83EB91AC-B8DF-4323-A916-7EB51FE2972D}" srcOrd="0" destOrd="0" parTransId="{DFDC0A2C-79C4-42D3-8B18-1000CEDCE2F9}" sibTransId="{98C58C66-8BF5-4939-9260-8CDCCEFC0E41}"/>
    <dgm:cxn modelId="{144112CB-3984-436A-BD9E-7A318C8DC9B6}" srcId="{BE52B3CA-446C-43F0-94BC-493B06DA85B6}" destId="{6ABA4E5C-F33D-4B35-8E19-6EA920852FFB}" srcOrd="1" destOrd="0" parTransId="{2C51191E-A5CB-4D76-A203-6B80E49028E7}" sibTransId="{78ABF72B-237D-4ECA-B48B-8FE221377F61}"/>
    <dgm:cxn modelId="{BACEBAD3-094D-4659-9075-B51DB8938B7A}" type="presOf" srcId="{4394BDCB-FA6A-4E72-A052-68F5C3E3EBD9}" destId="{D1EA7380-CBBF-48E4-904D-074268CF5DF4}" srcOrd="0" destOrd="0" presId="urn:microsoft.com/office/officeart/2005/8/layout/vList5"/>
    <dgm:cxn modelId="{75BBFCDC-DF6A-45DD-8BBB-A3150AC91447}" srcId="{BE52B3CA-446C-43F0-94BC-493B06DA85B6}" destId="{849EAF09-8258-4302-88D1-7811CF058645}" srcOrd="4" destOrd="0" parTransId="{BE4A84D2-D032-4337-8B08-D05BBE3002E1}" sibTransId="{4190BFDB-F502-4615-8F4B-060D103CABB2}"/>
    <dgm:cxn modelId="{62E105E6-7492-4E84-B99F-4270AEB0FB13}" type="presOf" srcId="{83EB91AC-B8DF-4323-A916-7EB51FE2972D}" destId="{D1EA7380-CBBF-48E4-904D-074268CF5DF4}" srcOrd="0" destOrd="3" presId="urn:microsoft.com/office/officeart/2005/8/layout/vList5"/>
    <dgm:cxn modelId="{2A0E07F9-5005-4D08-8A12-64E37DCB1416}" type="presOf" srcId="{8F39EAAD-9C48-4359-B0C8-A6C20A448400}" destId="{D1EA7380-CBBF-48E4-904D-074268CF5DF4}" srcOrd="0" destOrd="5" presId="urn:microsoft.com/office/officeart/2005/8/layout/vList5"/>
    <dgm:cxn modelId="{CCE9B57A-BF53-4347-B00E-12E33DC2CF4B}" type="presParOf" srcId="{41BC9519-769C-45DB-8C0D-23DB7562FA39}" destId="{DD01BA94-B762-43E7-8B05-8D6C9EDB5D50}" srcOrd="0" destOrd="0" presId="urn:microsoft.com/office/officeart/2005/8/layout/vList5"/>
    <dgm:cxn modelId="{20CD2065-321A-4CD2-A064-E849F9B54BEF}" type="presParOf" srcId="{DD01BA94-B762-43E7-8B05-8D6C9EDB5D50}" destId="{503AFDED-65A0-4B3C-8D4B-10D4C37B3DB7}" srcOrd="0" destOrd="0" presId="urn:microsoft.com/office/officeart/2005/8/layout/vList5"/>
    <dgm:cxn modelId="{3C777010-2A56-4CB9-8E36-1DC34915CAFB}" type="presParOf" srcId="{DD01BA94-B762-43E7-8B05-8D6C9EDB5D50}" destId="{D1EA7380-CBBF-48E4-904D-074268CF5DF4}" srcOrd="1" destOrd="0" presId="urn:microsoft.com/office/officeart/2005/8/layout/vList5"/>
    <dgm:cxn modelId="{60141DB8-F9BE-4D14-BD4C-A0D1BEE6B09F}" type="presParOf" srcId="{41BC9519-769C-45DB-8C0D-23DB7562FA39}" destId="{4DB7A482-FA29-4BF8-A9A7-67C7BA925BE7}" srcOrd="1" destOrd="0" presId="urn:microsoft.com/office/officeart/2005/8/layout/vList5"/>
    <dgm:cxn modelId="{B67E8A0F-EC3D-404F-866F-A6F3DDDB90C6}" type="presParOf" srcId="{41BC9519-769C-45DB-8C0D-23DB7562FA39}" destId="{778B0507-B5F4-4BF3-9710-0EDE459C11D8}" srcOrd="2" destOrd="0" presId="urn:microsoft.com/office/officeart/2005/8/layout/vList5"/>
    <dgm:cxn modelId="{3F01B4CA-1D9A-44DF-A4FB-60D986467728}" type="presParOf" srcId="{778B0507-B5F4-4BF3-9710-0EDE459C11D8}" destId="{E1DBB671-C95C-482D-ABF1-5ADBF0D6DF11}" srcOrd="0" destOrd="0" presId="urn:microsoft.com/office/officeart/2005/8/layout/vList5"/>
    <dgm:cxn modelId="{EC2B5964-811D-4BAA-9BD3-C47E4B1F3EAE}" type="presParOf" srcId="{778B0507-B5F4-4BF3-9710-0EDE459C11D8}" destId="{EC39413B-E0F6-4FAA-8965-85C269521F3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0.xml><?xml version="1.0" encoding="utf-8"?>
<dgm:dataModel xmlns:dgm="http://schemas.openxmlformats.org/drawingml/2006/diagram" xmlns:a="http://schemas.openxmlformats.org/drawingml/2006/main">
  <dgm:ptLst>
    <dgm:pt modelId="{39CFC376-8493-4225-8F49-143E7B1080FC}" type="doc">
      <dgm:prSet loTypeId="urn:microsoft.com/office/officeart/2005/8/layout/hList1" loCatId="list" qsTypeId="urn:microsoft.com/office/officeart/2005/8/quickstyle/simple4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CAA2FB21-CAB3-45DD-AD84-F1DADDBBA94C}">
      <dgm:prSet phldrT="[Text]" custT="1"/>
      <dgm:spPr/>
      <dgm:t>
        <a:bodyPr/>
        <a:lstStyle/>
        <a:p>
          <a:r>
            <a: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Addressing</a:t>
          </a:r>
        </a:p>
      </dgm:t>
    </dgm:pt>
    <dgm:pt modelId="{177E93BC-84ED-4FF9-9663-9B684450B981}" type="parTrans" cxnId="{58224046-640F-4239-87B6-9DB87EC628AE}">
      <dgm:prSet/>
      <dgm:spPr/>
      <dgm:t>
        <a:bodyPr/>
        <a:lstStyle/>
        <a:p>
          <a:endParaRPr lang="en-US" sz="10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198A0BB3-A0EB-4326-A8DD-358C6BA85041}" type="sibTrans" cxnId="{58224046-640F-4239-87B6-9DB87EC628AE}">
      <dgm:prSet/>
      <dgm:spPr/>
      <dgm:t>
        <a:bodyPr/>
        <a:lstStyle/>
        <a:p>
          <a:endParaRPr lang="en-US" sz="10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C0E91C9B-2C69-4933-98B8-50D0A6184BFF}">
      <dgm:prSet phldrT="[Text]" custT="1"/>
      <dgm:spPr>
        <a:blipFill>
          <a:blip xmlns:r="http://schemas.openxmlformats.org/officeDocument/2006/relationships" r:embed="rId1"/>
          <a:stretch>
            <a:fillRect l="-822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3AF10E2E-791B-4922-B272-C6049F73A1BF}" type="parTrans" cxnId="{6488960C-7A04-4131-A70E-22A106B356BE}">
      <dgm:prSet/>
      <dgm:spPr/>
      <dgm:t>
        <a:bodyPr/>
        <a:lstStyle/>
        <a:p>
          <a:endParaRPr lang="en-US" sz="10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C0BFB654-1443-444B-A13C-179968D22F69}" type="sibTrans" cxnId="{6488960C-7A04-4131-A70E-22A106B356BE}">
      <dgm:prSet/>
      <dgm:spPr/>
      <dgm:t>
        <a:bodyPr/>
        <a:lstStyle/>
        <a:p>
          <a:endParaRPr lang="en-US" sz="10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69D09F83-61AF-4BEE-913A-E571DC14F854}">
      <dgm:prSet phldrT="[Text]"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2455A456-5AD1-4B08-BC6D-4D87047B35C4}" type="parTrans" cxnId="{1B144017-FE85-40CC-AC24-195C2CAAA41A}">
      <dgm:prSet/>
      <dgm:spPr/>
      <dgm:t>
        <a:bodyPr/>
        <a:lstStyle/>
        <a:p>
          <a:endParaRPr lang="en-US" sz="10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450F5BCD-39A8-427B-A018-33F826BCDD85}" type="sibTrans" cxnId="{1B144017-FE85-40CC-AC24-195C2CAAA41A}">
      <dgm:prSet/>
      <dgm:spPr/>
      <dgm:t>
        <a:bodyPr/>
        <a:lstStyle/>
        <a:p>
          <a:endParaRPr lang="en-US" sz="100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CC484745-5182-4E13-9E48-F9CF385BECF7}">
      <dgm:prSet phldrT="[Text]"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5F255C60-460D-414E-982C-A317E8EE3572}" type="parTrans" cxnId="{B44B165B-AB77-4D58-9FE0-8E1983EC7B62}">
      <dgm:prSet/>
      <dgm:spPr/>
      <dgm:t>
        <a:bodyPr/>
        <a:lstStyle/>
        <a:p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328C78D0-6074-4F59-8CC3-839FADB0122D}" type="sibTrans" cxnId="{B44B165B-AB77-4D58-9FE0-8E1983EC7B62}">
      <dgm:prSet/>
      <dgm:spPr/>
      <dgm:t>
        <a:bodyPr/>
        <a:lstStyle/>
        <a:p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7980D5E5-46EE-4BE7-89C8-A6C12FF3A182}">
      <dgm:prSet phldrT="[Text]"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B4EB1CFA-99F6-4A2D-9CB5-EF5E80549D83}" type="parTrans" cxnId="{80DC2141-4A3B-4259-A089-2DB56B242C29}">
      <dgm:prSet/>
      <dgm:spPr/>
      <dgm:t>
        <a:bodyPr/>
        <a:lstStyle/>
        <a:p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7FF51D7A-6B90-4EAC-B02E-1560A8059371}" type="sibTrans" cxnId="{80DC2141-4A3B-4259-A089-2DB56B242C29}">
      <dgm:prSet/>
      <dgm:spPr/>
      <dgm:t>
        <a:bodyPr/>
        <a:lstStyle/>
        <a:p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89E54B41-F9C2-412A-9D54-249DF9A02541}">
      <dgm:prSet phldrT="[Text]"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F1AE254C-F813-4EE5-ABDB-A024DB891102}" type="parTrans" cxnId="{28698B85-A1FF-4BBA-8757-B62D86CADFCA}">
      <dgm:prSet/>
      <dgm:spPr/>
      <dgm:t>
        <a:bodyPr/>
        <a:lstStyle/>
        <a:p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E164BBA8-7E38-42A5-89FD-B0243574F7C1}" type="sibTrans" cxnId="{28698B85-A1FF-4BBA-8757-B62D86CADFCA}">
      <dgm:prSet/>
      <dgm:spPr/>
      <dgm:t>
        <a:bodyPr/>
        <a:lstStyle/>
        <a:p>
          <a:endParaRPr lang="en-US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1A8B7A70-AF8D-4C09-A8A0-A257A0102973}" type="pres">
      <dgm:prSet presAssocID="{39CFC376-8493-4225-8F49-143E7B1080FC}" presName="Name0" presStyleCnt="0">
        <dgm:presLayoutVars>
          <dgm:dir/>
          <dgm:animLvl val="lvl"/>
          <dgm:resizeHandles val="exact"/>
        </dgm:presLayoutVars>
      </dgm:prSet>
      <dgm:spPr/>
    </dgm:pt>
    <dgm:pt modelId="{20A9866F-992B-4BDF-8365-5F48A53027F4}" type="pres">
      <dgm:prSet presAssocID="{CAA2FB21-CAB3-45DD-AD84-F1DADDBBA94C}" presName="composite" presStyleCnt="0"/>
      <dgm:spPr/>
    </dgm:pt>
    <dgm:pt modelId="{29B92DFF-8353-495F-BE89-BAA4FB858ABA}" type="pres">
      <dgm:prSet presAssocID="{CAA2FB21-CAB3-45DD-AD84-F1DADDBBA94C}" presName="parTx" presStyleLbl="alignNode1" presStyleIdx="0" presStyleCnt="1" custScaleY="100000">
        <dgm:presLayoutVars>
          <dgm:chMax val="0"/>
          <dgm:chPref val="0"/>
          <dgm:bulletEnabled val="1"/>
        </dgm:presLayoutVars>
      </dgm:prSet>
      <dgm:spPr/>
    </dgm:pt>
    <dgm:pt modelId="{88971C4F-2EE3-4704-AE30-9FAE726CED4D}" type="pres">
      <dgm:prSet presAssocID="{CAA2FB21-CAB3-45DD-AD84-F1DADDBBA94C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6488960C-7A04-4131-A70E-22A106B356BE}" srcId="{CAA2FB21-CAB3-45DD-AD84-F1DADDBBA94C}" destId="{C0E91C9B-2C69-4933-98B8-50D0A6184BFF}" srcOrd="0" destOrd="0" parTransId="{3AF10E2E-791B-4922-B272-C6049F73A1BF}" sibTransId="{C0BFB654-1443-444B-A13C-179968D22F69}"/>
    <dgm:cxn modelId="{C4AC3815-B7C4-445A-964A-F965FDC9B48D}" type="presOf" srcId="{CAA2FB21-CAB3-45DD-AD84-F1DADDBBA94C}" destId="{29B92DFF-8353-495F-BE89-BAA4FB858ABA}" srcOrd="0" destOrd="0" presId="urn:microsoft.com/office/officeart/2005/8/layout/hList1"/>
    <dgm:cxn modelId="{1B144017-FE85-40CC-AC24-195C2CAAA41A}" srcId="{CAA2FB21-CAB3-45DD-AD84-F1DADDBBA94C}" destId="{69D09F83-61AF-4BEE-913A-E571DC14F854}" srcOrd="3" destOrd="0" parTransId="{2455A456-5AD1-4B08-BC6D-4D87047B35C4}" sibTransId="{450F5BCD-39A8-427B-A018-33F826BCDD85}"/>
    <dgm:cxn modelId="{46C84031-F529-452D-8FB6-C7515E6B0485}" type="presOf" srcId="{39CFC376-8493-4225-8F49-143E7B1080FC}" destId="{1A8B7A70-AF8D-4C09-A8A0-A257A0102973}" srcOrd="0" destOrd="0" presId="urn:microsoft.com/office/officeart/2005/8/layout/hList1"/>
    <dgm:cxn modelId="{B44B165B-AB77-4D58-9FE0-8E1983EC7B62}" srcId="{CAA2FB21-CAB3-45DD-AD84-F1DADDBBA94C}" destId="{CC484745-5182-4E13-9E48-F9CF385BECF7}" srcOrd="1" destOrd="0" parTransId="{5F255C60-460D-414E-982C-A317E8EE3572}" sibTransId="{328C78D0-6074-4F59-8CC3-839FADB0122D}"/>
    <dgm:cxn modelId="{80DC2141-4A3B-4259-A089-2DB56B242C29}" srcId="{CAA2FB21-CAB3-45DD-AD84-F1DADDBBA94C}" destId="{7980D5E5-46EE-4BE7-89C8-A6C12FF3A182}" srcOrd="2" destOrd="0" parTransId="{B4EB1CFA-99F6-4A2D-9CB5-EF5E80549D83}" sibTransId="{7FF51D7A-6B90-4EAC-B02E-1560A8059371}"/>
    <dgm:cxn modelId="{58224046-640F-4239-87B6-9DB87EC628AE}" srcId="{39CFC376-8493-4225-8F49-143E7B1080FC}" destId="{CAA2FB21-CAB3-45DD-AD84-F1DADDBBA94C}" srcOrd="0" destOrd="0" parTransId="{177E93BC-84ED-4FF9-9663-9B684450B981}" sibTransId="{198A0BB3-A0EB-4326-A8DD-358C6BA85041}"/>
    <dgm:cxn modelId="{58675F74-8BE9-4C9C-AB74-4A0E70FEDEB2}" type="presOf" srcId="{7980D5E5-46EE-4BE7-89C8-A6C12FF3A182}" destId="{88971C4F-2EE3-4704-AE30-9FAE726CED4D}" srcOrd="0" destOrd="2" presId="urn:microsoft.com/office/officeart/2005/8/layout/hList1"/>
    <dgm:cxn modelId="{32B39C80-1156-4A27-903E-2AE633D49AE6}" type="presOf" srcId="{69D09F83-61AF-4BEE-913A-E571DC14F854}" destId="{88971C4F-2EE3-4704-AE30-9FAE726CED4D}" srcOrd="0" destOrd="3" presId="urn:microsoft.com/office/officeart/2005/8/layout/hList1"/>
    <dgm:cxn modelId="{28698B85-A1FF-4BBA-8757-B62D86CADFCA}" srcId="{CAA2FB21-CAB3-45DD-AD84-F1DADDBBA94C}" destId="{89E54B41-F9C2-412A-9D54-249DF9A02541}" srcOrd="4" destOrd="0" parTransId="{F1AE254C-F813-4EE5-ABDB-A024DB891102}" sibTransId="{E164BBA8-7E38-42A5-89FD-B0243574F7C1}"/>
    <dgm:cxn modelId="{EA7DCAA6-A41C-4659-85F0-35669B676ED2}" type="presOf" srcId="{89E54B41-F9C2-412A-9D54-249DF9A02541}" destId="{88971C4F-2EE3-4704-AE30-9FAE726CED4D}" srcOrd="0" destOrd="4" presId="urn:microsoft.com/office/officeart/2005/8/layout/hList1"/>
    <dgm:cxn modelId="{427F17F3-895B-4CCB-AAAF-ABA34A119DD4}" type="presOf" srcId="{CC484745-5182-4E13-9E48-F9CF385BECF7}" destId="{88971C4F-2EE3-4704-AE30-9FAE726CED4D}" srcOrd="0" destOrd="1" presId="urn:microsoft.com/office/officeart/2005/8/layout/hList1"/>
    <dgm:cxn modelId="{F5157FFC-93EA-4D1C-A596-F730CA7FB527}" type="presOf" srcId="{C0E91C9B-2C69-4933-98B8-50D0A6184BFF}" destId="{88971C4F-2EE3-4704-AE30-9FAE726CED4D}" srcOrd="0" destOrd="0" presId="urn:microsoft.com/office/officeart/2005/8/layout/hList1"/>
    <dgm:cxn modelId="{83419E9B-479E-4A88-8E56-B3AAA75587FD}" type="presParOf" srcId="{1A8B7A70-AF8D-4C09-A8A0-A257A0102973}" destId="{20A9866F-992B-4BDF-8365-5F48A53027F4}" srcOrd="0" destOrd="0" presId="urn:microsoft.com/office/officeart/2005/8/layout/hList1"/>
    <dgm:cxn modelId="{84A48F92-88FC-44CF-9538-5249C68B4FE6}" type="presParOf" srcId="{20A9866F-992B-4BDF-8365-5F48A53027F4}" destId="{29B92DFF-8353-495F-BE89-BAA4FB858ABA}" srcOrd="0" destOrd="0" presId="urn:microsoft.com/office/officeart/2005/8/layout/hList1"/>
    <dgm:cxn modelId="{6EEA8C5F-041C-44E8-A86D-BD67E6897C38}" type="presParOf" srcId="{20A9866F-992B-4BDF-8365-5F48A53027F4}" destId="{88971C4F-2EE3-4704-AE30-9FAE726CED4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C58C10-DD0C-4037-9315-DF1155FC061B}">
      <dsp:nvSpPr>
        <dsp:cNvPr id="0" name=""/>
        <dsp:cNvSpPr/>
      </dsp:nvSpPr>
      <dsp:spPr>
        <a:xfrm rot="5400000">
          <a:off x="3196351" y="-946002"/>
          <a:ext cx="1877094" cy="3891669"/>
        </a:xfrm>
        <a:prstGeom prst="round2SameRect">
          <a:avLst/>
        </a:prstGeom>
        <a:solidFill>
          <a:schemeClr val="accent6">
            <a:lumMod val="20000"/>
            <a:lumOff val="8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An = A(n);</a:t>
          </a:r>
        </a:p>
        <a:p>
          <a:pPr marL="114300" lvl="1" indent="-114300" algn="l" defTabSz="6223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An1-n2 = A(n1 : n2);</a:t>
          </a:r>
        </a:p>
        <a:p>
          <a:pPr marL="114300" lvl="1" indent="-114300" algn="l" defTabSz="622300" eaLnBrk="1" latinLnBrk="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Axy</a:t>
          </a: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= A( [</a:t>
          </a:r>
          <a:r>
            <a:rPr lang="en-US" sz="1400" kern="12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nx</a:t>
          </a: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, </a:t>
          </a:r>
          <a:r>
            <a:rPr lang="en-US" sz="1400" kern="12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ny</a:t>
          </a: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, …] );</a:t>
          </a:r>
        </a:p>
        <a:p>
          <a:pPr marL="114300" lvl="1" indent="-114300" algn="l" defTabSz="622300" eaLnBrk="1" latinLnBrk="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add = [</a:t>
          </a:r>
          <a:r>
            <a:rPr lang="en-US" sz="1400" kern="12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nx</a:t>
          </a: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, </a:t>
          </a:r>
          <a:r>
            <a:rPr lang="en-US" sz="1400" kern="12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ny</a:t>
          </a: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, …];     </a:t>
          </a:r>
          <a:r>
            <a:rPr lang="en-US" sz="1400" kern="12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Aadd</a:t>
          </a: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= A(add);</a:t>
          </a:r>
        </a:p>
        <a:p>
          <a:pPr marL="114300" lvl="1" indent="-114300" algn="l" defTabSz="622300" eaLnBrk="1" latinLnBrk="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Aend</a:t>
          </a: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= A(end);</a:t>
          </a:r>
        </a:p>
      </dsp:txBody>
      <dsp:txXfrm rot="-5400000">
        <a:off x="2189064" y="152917"/>
        <a:ext cx="3800037" cy="1693830"/>
      </dsp:txXfrm>
    </dsp:sp>
    <dsp:sp modelId="{49EAEEF9-F3BB-4346-9278-4E7F68ED9136}">
      <dsp:nvSpPr>
        <dsp:cNvPr id="0" name=""/>
        <dsp:cNvSpPr/>
      </dsp:nvSpPr>
      <dsp:spPr>
        <a:xfrm>
          <a:off x="0" y="732"/>
          <a:ext cx="2189064" cy="1998201"/>
        </a:xfrm>
        <a:prstGeom prst="roundRect">
          <a:avLst/>
        </a:prstGeom>
        <a:solidFill>
          <a:srgbClr val="74B44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Addressing</a:t>
          </a:r>
        </a:p>
      </dsp:txBody>
      <dsp:txXfrm>
        <a:off x="97544" y="98276"/>
        <a:ext cx="1993976" cy="1803113"/>
      </dsp:txXfrm>
    </dsp:sp>
    <dsp:sp modelId="{D1EA7380-CBBF-48E4-904D-074268CF5DF4}">
      <dsp:nvSpPr>
        <dsp:cNvPr id="0" name=""/>
        <dsp:cNvSpPr/>
      </dsp:nvSpPr>
      <dsp:spPr>
        <a:xfrm rot="5400000">
          <a:off x="3620753" y="651394"/>
          <a:ext cx="1036375" cy="3895473"/>
        </a:xfrm>
        <a:prstGeom prst="round2SameRect">
          <a:avLst/>
        </a:prstGeom>
        <a:solidFill>
          <a:schemeClr val="accent6">
            <a:lumMod val="20000"/>
            <a:lumOff val="8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B = transpose (A);</a:t>
          </a:r>
        </a:p>
        <a:p>
          <a:pPr marL="114300" lvl="1" indent="-114300" algn="l" defTabSz="6223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B = A’;</a:t>
          </a:r>
        </a:p>
      </dsp:txBody>
      <dsp:txXfrm rot="-5400000">
        <a:off x="2191204" y="2131535"/>
        <a:ext cx="3844881" cy="935191"/>
      </dsp:txXfrm>
    </dsp:sp>
    <dsp:sp modelId="{503AFDED-65A0-4B3C-8D4B-10D4C37B3DB7}">
      <dsp:nvSpPr>
        <dsp:cNvPr id="0" name=""/>
        <dsp:cNvSpPr/>
      </dsp:nvSpPr>
      <dsp:spPr>
        <a:xfrm>
          <a:off x="0" y="2084212"/>
          <a:ext cx="2191204" cy="1029838"/>
        </a:xfrm>
        <a:prstGeom prst="roundRect">
          <a:avLst/>
        </a:prstGeom>
        <a:solidFill>
          <a:srgbClr val="74B44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Transposing</a:t>
          </a:r>
        </a:p>
      </dsp:txBody>
      <dsp:txXfrm>
        <a:off x="50273" y="2134485"/>
        <a:ext cx="2090658" cy="929292"/>
      </dsp:txXfrm>
    </dsp:sp>
    <dsp:sp modelId="{EC39413B-E0F6-4FAA-8965-85C269521F3C}">
      <dsp:nvSpPr>
        <dsp:cNvPr id="0" name=""/>
        <dsp:cNvSpPr/>
      </dsp:nvSpPr>
      <dsp:spPr>
        <a:xfrm rot="5400000">
          <a:off x="3482857" y="2071697"/>
          <a:ext cx="1312167" cy="3895473"/>
        </a:xfrm>
        <a:prstGeom prst="round2SameRect">
          <a:avLst/>
        </a:prstGeom>
        <a:solidFill>
          <a:schemeClr val="accent6">
            <a:lumMod val="20000"/>
            <a:lumOff val="8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L = length (A);</a:t>
          </a:r>
        </a:p>
      </dsp:txBody>
      <dsp:txXfrm rot="-5400000">
        <a:off x="2191205" y="3427405"/>
        <a:ext cx="3831418" cy="1184057"/>
      </dsp:txXfrm>
    </dsp:sp>
    <dsp:sp modelId="{E1DBB671-C95C-482D-ABF1-5ADBF0D6DF11}">
      <dsp:nvSpPr>
        <dsp:cNvPr id="0" name=""/>
        <dsp:cNvSpPr/>
      </dsp:nvSpPr>
      <dsp:spPr>
        <a:xfrm>
          <a:off x="0" y="3199329"/>
          <a:ext cx="2191204" cy="1640209"/>
        </a:xfrm>
        <a:prstGeom prst="roundRect">
          <a:avLst/>
        </a:prstGeom>
        <a:solidFill>
          <a:srgbClr val="74B44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Measuring</a:t>
          </a:r>
          <a:endParaRPr lang="en-US" sz="1800" kern="12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sp:txBody>
      <dsp:txXfrm>
        <a:off x="80068" y="3279397"/>
        <a:ext cx="2031068" cy="14800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70C308-DFB9-4941-BD9E-7658CBA55A82}">
      <dsp:nvSpPr>
        <dsp:cNvPr id="0" name=""/>
        <dsp:cNvSpPr/>
      </dsp:nvSpPr>
      <dsp:spPr>
        <a:xfrm rot="5400000">
          <a:off x="2264378" y="-723065"/>
          <a:ext cx="1253265" cy="2888945"/>
        </a:xfrm>
        <a:prstGeom prst="round2SameRect">
          <a:avLst/>
        </a:prstGeom>
        <a:solidFill>
          <a:schemeClr val="accent6">
            <a:lumMod val="20000"/>
            <a:lumOff val="8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 = [a1 ,a2 , a3 , … , an];</a:t>
          </a:r>
        </a:p>
        <a:p>
          <a:pPr marL="114300" lvl="1" indent="-114300" algn="l" defTabSz="6223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 = [a1   a2   a3   …   an];</a:t>
          </a:r>
        </a:p>
      </dsp:txBody>
      <dsp:txXfrm rot="-5400000">
        <a:off x="1446539" y="155953"/>
        <a:ext cx="2827766" cy="1130907"/>
      </dsp:txXfrm>
    </dsp:sp>
    <dsp:sp modelId="{49EAEEF9-F3BB-4346-9278-4E7F68ED9136}">
      <dsp:nvSpPr>
        <dsp:cNvPr id="0" name=""/>
        <dsp:cNvSpPr/>
      </dsp:nvSpPr>
      <dsp:spPr>
        <a:xfrm>
          <a:off x="164518" y="1408"/>
          <a:ext cx="1295995" cy="1439998"/>
        </a:xfrm>
        <a:prstGeom prst="roundRect">
          <a:avLst/>
        </a:prstGeom>
        <a:solidFill>
          <a:srgbClr val="74B44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Columns</a:t>
          </a:r>
          <a:endParaRPr lang="en-US" sz="2400" kern="12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sp:txBody>
      <dsp:txXfrm>
        <a:off x="227783" y="64673"/>
        <a:ext cx="1169465" cy="1313468"/>
      </dsp:txXfrm>
    </dsp:sp>
    <dsp:sp modelId="{D1EA7380-CBBF-48E4-904D-074268CF5DF4}">
      <dsp:nvSpPr>
        <dsp:cNvPr id="0" name=""/>
        <dsp:cNvSpPr/>
      </dsp:nvSpPr>
      <dsp:spPr>
        <a:xfrm rot="5400000">
          <a:off x="2004678" y="1087625"/>
          <a:ext cx="1800615" cy="2888945"/>
        </a:xfrm>
        <a:prstGeom prst="round2SameRect">
          <a:avLst/>
        </a:prstGeom>
        <a:solidFill>
          <a:schemeClr val="accent6">
            <a:lumMod val="20000"/>
            <a:lumOff val="8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 = [a1 ; a2 ; a3 ; … ; an];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400" kern="12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  A = [a1</a:t>
          </a:r>
          <a:b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</a:b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	a2</a:t>
          </a:r>
          <a:b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</a:b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	a3</a:t>
          </a:r>
          <a:b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</a:b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	...</a:t>
          </a:r>
          <a:b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</a:b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	an];</a:t>
          </a:r>
        </a:p>
      </dsp:txBody>
      <dsp:txXfrm rot="-5400000">
        <a:off x="1460514" y="1719689"/>
        <a:ext cx="2801046" cy="1624817"/>
      </dsp:txXfrm>
    </dsp:sp>
    <dsp:sp modelId="{503AFDED-65A0-4B3C-8D4B-10D4C37B3DB7}">
      <dsp:nvSpPr>
        <dsp:cNvPr id="0" name=""/>
        <dsp:cNvSpPr/>
      </dsp:nvSpPr>
      <dsp:spPr>
        <a:xfrm>
          <a:off x="164518" y="1561985"/>
          <a:ext cx="1295995" cy="2007055"/>
        </a:xfrm>
        <a:prstGeom prst="roundRect">
          <a:avLst/>
        </a:prstGeom>
        <a:solidFill>
          <a:srgbClr val="74B44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Rows</a:t>
          </a:r>
          <a:endParaRPr lang="en-US" sz="2400" kern="12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sp:txBody>
      <dsp:txXfrm>
        <a:off x="227783" y="1625250"/>
        <a:ext cx="1169465" cy="1880525"/>
      </dsp:txXfrm>
    </dsp:sp>
    <dsp:sp modelId="{EC39413B-E0F6-4FAA-8965-85C269521F3C}">
      <dsp:nvSpPr>
        <dsp:cNvPr id="0" name=""/>
        <dsp:cNvSpPr/>
      </dsp:nvSpPr>
      <dsp:spPr>
        <a:xfrm rot="5400000">
          <a:off x="2272372" y="2906689"/>
          <a:ext cx="1265226" cy="2888945"/>
        </a:xfrm>
        <a:prstGeom prst="round2SameRect">
          <a:avLst/>
        </a:prstGeom>
        <a:solidFill>
          <a:schemeClr val="accent6">
            <a:lumMod val="20000"/>
            <a:lumOff val="8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 = Start : Step : End;</a:t>
          </a:r>
        </a:p>
        <a:p>
          <a:pPr marL="114300" lvl="1" indent="-114300" algn="l" defTabSz="6223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 = </a:t>
          </a:r>
          <a:r>
            <a:rPr lang="en-US" sz="1400" kern="12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linspace</a:t>
          </a: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(a1 , an , n);</a:t>
          </a:r>
        </a:p>
        <a:p>
          <a:pPr marL="114300" lvl="1" indent="-114300" algn="l" defTabSz="6223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 = </a:t>
          </a:r>
          <a:r>
            <a:rPr lang="en-US" sz="1400" kern="12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logspace</a:t>
          </a: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(a1 , an , n);</a:t>
          </a:r>
        </a:p>
      </dsp:txBody>
      <dsp:txXfrm rot="-5400000">
        <a:off x="1460513" y="3780312"/>
        <a:ext cx="2827182" cy="1141700"/>
      </dsp:txXfrm>
    </dsp:sp>
    <dsp:sp modelId="{E1DBB671-C95C-482D-ABF1-5ADBF0D6DF11}">
      <dsp:nvSpPr>
        <dsp:cNvPr id="0" name=""/>
        <dsp:cNvSpPr/>
      </dsp:nvSpPr>
      <dsp:spPr>
        <a:xfrm>
          <a:off x="164518" y="3689619"/>
          <a:ext cx="1295995" cy="1323085"/>
        </a:xfrm>
        <a:prstGeom prst="roundRect">
          <a:avLst/>
        </a:prstGeom>
        <a:solidFill>
          <a:srgbClr val="74B44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Series</a:t>
          </a:r>
          <a:endParaRPr lang="en-US" sz="2400" kern="12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sp:txBody>
      <dsp:txXfrm>
        <a:off x="227783" y="3752884"/>
        <a:ext cx="1169465" cy="11965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EA7380-CBBF-48E4-904D-074268CF5DF4}">
      <dsp:nvSpPr>
        <dsp:cNvPr id="0" name=""/>
        <dsp:cNvSpPr/>
      </dsp:nvSpPr>
      <dsp:spPr>
        <a:xfrm rot="5400000">
          <a:off x="2959627" y="-816450"/>
          <a:ext cx="3067668" cy="4818030"/>
        </a:xfrm>
        <a:prstGeom prst="round2SameRect">
          <a:avLst/>
        </a:prstGeom>
        <a:solidFill>
          <a:schemeClr val="accent6">
            <a:lumMod val="20000"/>
            <a:lumOff val="8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 = [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160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</m:ctrlPr>
                </m:sSubPr>
                <m:e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𝑎</m:t>
                  </m:r>
                </m:e>
                <m:sub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11</m:t>
                  </m:r>
                </m:sub>
              </m:sSub>
            </m:oMath>
          </a14:m>
          <a:r>
            <a:rPr lang="en-US" sz="16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,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160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</m:ctrlPr>
                </m:sSubPr>
                <m:e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𝑎</m:t>
                  </m:r>
                </m:e>
                <m:sub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12</m:t>
                  </m:r>
                </m:sub>
              </m:sSub>
            </m:oMath>
          </a14:m>
          <a:r>
            <a:rPr lang="en-US" sz="16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, … ,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160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</m:ctrlPr>
                </m:sSubPr>
                <m:e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𝑎</m:t>
                  </m:r>
                </m:e>
                <m:sub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1</m:t>
                  </m:r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𝑛</m:t>
                  </m:r>
                </m:sub>
              </m:sSub>
            </m:oMath>
          </a14:m>
          <a:r>
            <a:rPr lang="en-US" sz="16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;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160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</m:ctrlPr>
                </m:sSubPr>
                <m:e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𝑎</m:t>
                  </m:r>
                </m:e>
                <m:sub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21</m:t>
                  </m:r>
                </m:sub>
              </m:sSub>
            </m:oMath>
          </a14:m>
          <a:r>
            <a:rPr lang="en-US" sz="16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,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160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</m:ctrlPr>
                </m:sSubPr>
                <m:e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𝑎</m:t>
                  </m:r>
                </m:e>
                <m:sub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22</m:t>
                  </m:r>
                </m:sub>
              </m:sSub>
            </m:oMath>
          </a14:m>
          <a:r>
            <a:rPr lang="en-US" sz="16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, … ,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160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</m:ctrlPr>
                </m:sSubPr>
                <m:e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𝑎</m:t>
                  </m:r>
                </m:e>
                <m:sub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2</m:t>
                  </m:r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𝑛</m:t>
                  </m:r>
                </m:sub>
              </m:sSub>
            </m:oMath>
          </a14:m>
          <a:r>
            <a:rPr lang="en-US" sz="16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; </a:t>
          </a:r>
        </a:p>
        <a:p>
          <a:pPr marL="342900" lvl="2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6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		.</a:t>
          </a:r>
        </a:p>
        <a:p>
          <a:pPr marL="514350" lvl="3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		.</a:t>
          </a:r>
        </a:p>
        <a:p>
          <a:pPr marL="685800" lvl="4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		.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		;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160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</m:ctrlPr>
                </m:sSubPr>
                <m:e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𝑎</m:t>
                  </m:r>
                </m:e>
                <m:sub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𝑚</m:t>
                  </m:r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1</m:t>
                  </m:r>
                </m:sub>
              </m:sSub>
            </m:oMath>
          </a14:m>
          <a:r>
            <a:rPr lang="en-US" sz="16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,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160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</m:ctrlPr>
                </m:sSubPr>
                <m:e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𝑎</m:t>
                  </m:r>
                </m:e>
                <m:sub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𝑚</m:t>
                  </m:r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2</m:t>
                  </m:r>
                </m:sub>
              </m:sSub>
            </m:oMath>
          </a14:m>
          <a:r>
            <a:rPr lang="en-US" sz="16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, … ,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160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</m:ctrlPr>
                </m:sSubPr>
                <m:e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𝑎</m:t>
                  </m:r>
                </m:e>
                <m:sub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𝑚𝑛</m:t>
                  </m:r>
                </m:sub>
              </m:sSub>
            </m:oMath>
          </a14:m>
          <a:r>
            <a:rPr lang="en-US" sz="16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];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600" kern="12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b="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, </a:t>
          </a:r>
          <a14:m xmlns:a14="http://schemas.microsoft.com/office/drawing/2010/main">
            <m:oMath xmlns:m="http://schemas.openxmlformats.org/officeDocument/2006/math">
              <m:r>
                <a:rPr lang="en-US" sz="1600" b="0" i="1" kern="1200" smtClean="0">
                  <a:latin typeface="Cambria Math" panose="02040503050406030204" pitchFamily="18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m:t> </m:t>
              </m:r>
              <m:groupChr>
                <m:groupChrPr>
                  <m:chr m:val="↔"/>
                  <m:vertJc m:val="bot"/>
                  <m:ctrlP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</m:ctrlPr>
                </m:groupChrPr>
                <m:e/>
              </m:groupChr>
              <m:r>
                <a:rPr lang="en-US" sz="1600" b="0" i="1" kern="1200" smtClean="0">
                  <a:latin typeface="Cambria Math" panose="02040503050406030204" pitchFamily="18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m:t>  </m:t>
              </m:r>
              <m:r>
                <a:rPr lang="en-US" sz="1600" b="0" i="1" kern="1200" smtClean="0">
                  <a:latin typeface="Cambria Math" panose="02040503050406030204" pitchFamily="18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m:t>𝑆𝑝𝑎𝑐𝑒</m:t>
              </m:r>
            </m:oMath>
          </a14:m>
          <a:r>
            <a:rPr lang="en-US" sz="16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b="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; </a:t>
          </a:r>
          <a14:m xmlns:a14="http://schemas.microsoft.com/office/drawing/2010/main">
            <m:oMath xmlns:m="http://schemas.openxmlformats.org/officeDocument/2006/math">
              <m:r>
                <a:rPr lang="en-US" sz="1600" b="0" i="1" kern="1200" smtClean="0">
                  <a:latin typeface="Cambria Math" panose="02040503050406030204" pitchFamily="18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m:t> </m:t>
              </m:r>
              <m:groupChr>
                <m:groupChrPr>
                  <m:chr m:val="↔"/>
                  <m:vertJc m:val="bot"/>
                  <m:ctrlP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</m:ctrlPr>
                </m:groupChrPr>
                <m:e/>
              </m:groupChr>
              <m:r>
                <a:rPr lang="en-US" sz="1600" b="0" i="1" kern="1200" smtClean="0">
                  <a:latin typeface="Cambria Math" panose="02040503050406030204" pitchFamily="18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m:t>  </m:t>
              </m:r>
              <m:r>
                <a:rPr lang="en-US" sz="1600" b="0" i="1" kern="1200" smtClean="0">
                  <a:latin typeface="Cambria Math" panose="02040503050406030204" pitchFamily="18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m:t>𝐸𝑛𝑡𝑒𝑟</m:t>
              </m:r>
            </m:oMath>
          </a14:m>
          <a:r>
            <a:rPr lang="en-US" sz="16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</a:t>
          </a:r>
        </a:p>
      </dsp:txBody>
      <dsp:txXfrm rot="-5400000">
        <a:off x="2084447" y="208481"/>
        <a:ext cx="4668279" cy="2768166"/>
      </dsp:txXfrm>
    </dsp:sp>
    <dsp:sp modelId="{503AFDED-65A0-4B3C-8D4B-10D4C37B3DB7}">
      <dsp:nvSpPr>
        <dsp:cNvPr id="0" name=""/>
        <dsp:cNvSpPr/>
      </dsp:nvSpPr>
      <dsp:spPr>
        <a:xfrm>
          <a:off x="1919" y="2958"/>
          <a:ext cx="2082527" cy="3288718"/>
        </a:xfrm>
        <a:prstGeom prst="roundRect">
          <a:avLst/>
        </a:prstGeom>
        <a:solidFill>
          <a:srgbClr val="74B44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Creating</a:t>
          </a:r>
        </a:p>
      </dsp:txBody>
      <dsp:txXfrm>
        <a:off x="103580" y="104619"/>
        <a:ext cx="1879205" cy="3085396"/>
      </dsp:txXfrm>
    </dsp:sp>
    <dsp:sp modelId="{EC39413B-E0F6-4FAA-8965-85C269521F3C}">
      <dsp:nvSpPr>
        <dsp:cNvPr id="0" name=""/>
        <dsp:cNvSpPr/>
      </dsp:nvSpPr>
      <dsp:spPr>
        <a:xfrm rot="5400000">
          <a:off x="3771928" y="1793863"/>
          <a:ext cx="1353137" cy="4912682"/>
        </a:xfrm>
        <a:prstGeom prst="round2SameRect">
          <a:avLst/>
        </a:prstGeom>
        <a:solidFill>
          <a:schemeClr val="accent6">
            <a:lumMod val="20000"/>
            <a:lumOff val="8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Sz</a:t>
          </a: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= size (A);	         [</a:t>
          </a:r>
          <a:r>
            <a:rPr lang="en-US" sz="1400" kern="12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Nrows</a:t>
          </a: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, </a:t>
          </a:r>
          <a:r>
            <a:rPr lang="en-US" sz="1400" kern="12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Ncolums</a:t>
          </a: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, …] = size (A);</a:t>
          </a:r>
        </a:p>
        <a:p>
          <a:pPr marL="114300" lvl="1" indent="-114300" algn="l" defTabSz="6223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ND = </a:t>
          </a:r>
          <a:r>
            <a:rPr lang="en-US" sz="1400" kern="12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ndims</a:t>
          </a: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(A);</a:t>
          </a:r>
        </a:p>
        <a:p>
          <a:pPr marL="114300" lvl="1" indent="-114300" algn="l" defTabSz="6223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 = </a:t>
          </a:r>
          <a:r>
            <a:rPr lang="en-US" sz="1400" kern="1200" dirty="0" err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numel</a:t>
          </a:r>
          <a:r>
            <a:rPr lang="en-US" sz="1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(A);</a:t>
          </a:r>
        </a:p>
      </dsp:txBody>
      <dsp:txXfrm rot="-5400000">
        <a:off x="1992156" y="3639691"/>
        <a:ext cx="4846627" cy="1221027"/>
      </dsp:txXfrm>
    </dsp:sp>
    <dsp:sp modelId="{E1DBB671-C95C-482D-ABF1-5ADBF0D6DF11}">
      <dsp:nvSpPr>
        <dsp:cNvPr id="0" name=""/>
        <dsp:cNvSpPr/>
      </dsp:nvSpPr>
      <dsp:spPr>
        <a:xfrm>
          <a:off x="1919" y="3489254"/>
          <a:ext cx="1988317" cy="1521900"/>
        </a:xfrm>
        <a:prstGeom prst="roundRect">
          <a:avLst/>
        </a:prstGeom>
        <a:solidFill>
          <a:srgbClr val="74B44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Measuring</a:t>
          </a:r>
        </a:p>
      </dsp:txBody>
      <dsp:txXfrm>
        <a:off x="76212" y="3563547"/>
        <a:ext cx="1839731" cy="13733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B92DFF-8353-495F-BE89-BAA4FB858ABA}">
      <dsp:nvSpPr>
        <dsp:cNvPr id="0" name=""/>
        <dsp:cNvSpPr/>
      </dsp:nvSpPr>
      <dsp:spPr>
        <a:xfrm>
          <a:off x="0" y="542397"/>
          <a:ext cx="3697681" cy="1479072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Addressing</a:t>
          </a:r>
        </a:p>
      </dsp:txBody>
      <dsp:txXfrm>
        <a:off x="0" y="542397"/>
        <a:ext cx="3697681" cy="1479072"/>
      </dsp:txXfrm>
    </dsp:sp>
    <dsp:sp modelId="{88971C4F-2EE3-4704-AE30-9FAE726CED4D}">
      <dsp:nvSpPr>
        <dsp:cNvPr id="0" name=""/>
        <dsp:cNvSpPr/>
      </dsp:nvSpPr>
      <dsp:spPr>
        <a:xfrm>
          <a:off x="0" y="2021469"/>
          <a:ext cx="3697681" cy="28548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2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 =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160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</m:ctrlPr>
                </m:sSubPr>
                <m:e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[…]</m:t>
                  </m:r>
                </m:e>
                <m:sub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3</m:t>
                  </m:r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𝑥</m:t>
                  </m:r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3</m:t>
                  </m:r>
                </m:sub>
              </m:sSub>
            </m:oMath>
          </a14:m>
          <a:endParaRPr lang="en-US" sz="1600" kern="12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  <a:p>
          <a:pPr marL="171450" lvl="1" indent="-171450" algn="l" defTabSz="711200">
            <a:lnSpc>
              <a:spcPct val="20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160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</m:ctrlPr>
                </m:sSubPr>
                <m:e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𝑎</m:t>
                  </m:r>
                </m:e>
                <m:sub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22</m:t>
                  </m:r>
                </m:sub>
              </m:sSub>
            </m:oMath>
          </a14:m>
          <a:r>
            <a:rPr lang="en-US" sz="16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= A (2 , 2);</a:t>
          </a:r>
        </a:p>
        <a:p>
          <a:pPr marL="171450" lvl="1" indent="-171450" algn="l" defTabSz="711200">
            <a:lnSpc>
              <a:spcPct val="20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160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</m:ctrlPr>
                </m:sSubPr>
                <m:e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𝑎</m:t>
                  </m:r>
                </m:e>
                <m:sub>
                  <m:r>
                    <a:rPr lang="en-US" sz="1600" b="0" i="1" kern="1200" smtClean="0">
                      <a:latin typeface="Cambria Math" panose="02040503050406030204" pitchFamily="18" charset="0"/>
                      <a:ea typeface="Microsoft Sans Serif" panose="020B0604020202020204" pitchFamily="34" charset="0"/>
                      <a:cs typeface="Microsoft Sans Serif" panose="020B0604020202020204" pitchFamily="34" charset="0"/>
                    </a:rPr>
                    <m:t>22</m:t>
                  </m:r>
                </m:sub>
              </m:sSub>
            </m:oMath>
          </a14:m>
          <a:r>
            <a:rPr lang="en-US" sz="16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 = A (5);</a:t>
          </a:r>
        </a:p>
        <a:p>
          <a:pPr marL="171450" lvl="1" indent="-171450" algn="l" defTabSz="711200">
            <a:lnSpc>
              <a:spcPct val="2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[row , col] = ind2sub (size , index);</a:t>
          </a:r>
        </a:p>
        <a:p>
          <a:pPr marL="171450" lvl="1" indent="-171450" algn="l" defTabSz="711200">
            <a:lnSpc>
              <a:spcPct val="2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index = sub2ind (size , row , col);</a:t>
          </a:r>
        </a:p>
      </dsp:txBody>
      <dsp:txXfrm>
        <a:off x="0" y="2021469"/>
        <a:ext cx="3697681" cy="28548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BD39AF-1254-4164-A8FD-D80DED5DF024}">
      <dsp:nvSpPr>
        <dsp:cNvPr id="0" name=""/>
        <dsp:cNvSpPr/>
      </dsp:nvSpPr>
      <dsp:spPr>
        <a:xfrm>
          <a:off x="2540" y="2706"/>
          <a:ext cx="2476500" cy="51840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Matrix to …</a:t>
          </a:r>
        </a:p>
      </dsp:txBody>
      <dsp:txXfrm>
        <a:off x="2540" y="2706"/>
        <a:ext cx="2476500" cy="518400"/>
      </dsp:txXfrm>
    </dsp:sp>
    <dsp:sp modelId="{34B8018F-DC01-43FA-90F7-C3886028EA0F}">
      <dsp:nvSpPr>
        <dsp:cNvPr id="0" name=""/>
        <dsp:cNvSpPr/>
      </dsp:nvSpPr>
      <dsp:spPr>
        <a:xfrm>
          <a:off x="2540" y="521106"/>
          <a:ext cx="2476500" cy="3142167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mat2str</a:t>
          </a:r>
        </a:p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mat2cell</a:t>
          </a:r>
          <a:endParaRPr lang="en-US" sz="1800" kern="12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mat2gray</a:t>
          </a:r>
          <a:endParaRPr lang="en-US" sz="1800" kern="12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mat2dec</a:t>
          </a:r>
          <a:endParaRPr lang="en-US" sz="1800" kern="12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mat2dataset</a:t>
          </a:r>
          <a:endParaRPr lang="en-US" sz="1800" kern="12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mat2im</a:t>
          </a:r>
        </a:p>
      </dsp:txBody>
      <dsp:txXfrm>
        <a:off x="2540" y="521106"/>
        <a:ext cx="2476500" cy="3142167"/>
      </dsp:txXfrm>
    </dsp:sp>
    <dsp:sp modelId="{759808C5-948F-4CE5-9D54-5BAB93466C4C}">
      <dsp:nvSpPr>
        <dsp:cNvPr id="0" name=""/>
        <dsp:cNvSpPr/>
      </dsp:nvSpPr>
      <dsp:spPr>
        <a:xfrm>
          <a:off x="2825750" y="2706"/>
          <a:ext cx="2476500" cy="51840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Cell to …</a:t>
          </a:r>
        </a:p>
      </dsp:txBody>
      <dsp:txXfrm>
        <a:off x="2825750" y="2706"/>
        <a:ext cx="2476500" cy="518400"/>
      </dsp:txXfrm>
    </dsp:sp>
    <dsp:sp modelId="{8139863D-89E3-4F12-B82F-375F0CCEF29D}">
      <dsp:nvSpPr>
        <dsp:cNvPr id="0" name=""/>
        <dsp:cNvSpPr/>
      </dsp:nvSpPr>
      <dsp:spPr>
        <a:xfrm>
          <a:off x="2825750" y="521106"/>
          <a:ext cx="2476500" cy="3142167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cell2vec</a:t>
          </a:r>
        </a:p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Cell2mat</a:t>
          </a:r>
          <a:endParaRPr lang="en-US" sz="1800" kern="12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cell2struct</a:t>
          </a:r>
          <a:endParaRPr lang="en-US" sz="1800" kern="12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cell2table</a:t>
          </a:r>
          <a:endParaRPr lang="en-US" sz="1800" kern="12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cell2dataset</a:t>
          </a:r>
        </a:p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cell2sym</a:t>
          </a:r>
          <a:endParaRPr lang="en-US" sz="1800" kern="12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cell2sos</a:t>
          </a:r>
        </a:p>
      </dsp:txBody>
      <dsp:txXfrm>
        <a:off x="2825750" y="521106"/>
        <a:ext cx="2476500" cy="3142167"/>
      </dsp:txXfrm>
    </dsp:sp>
    <dsp:sp modelId="{DB1F22DE-1106-47A5-8CB9-3A96D3381C06}">
      <dsp:nvSpPr>
        <dsp:cNvPr id="0" name=""/>
        <dsp:cNvSpPr/>
      </dsp:nvSpPr>
      <dsp:spPr>
        <a:xfrm>
          <a:off x="5648960" y="2706"/>
          <a:ext cx="2476500" cy="51840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Structure to …</a:t>
          </a:r>
        </a:p>
      </dsp:txBody>
      <dsp:txXfrm>
        <a:off x="5648960" y="2706"/>
        <a:ext cx="2476500" cy="518400"/>
      </dsp:txXfrm>
    </dsp:sp>
    <dsp:sp modelId="{3AD8FC69-B041-498A-A7B5-083C85BBB6BE}">
      <dsp:nvSpPr>
        <dsp:cNvPr id="0" name=""/>
        <dsp:cNvSpPr/>
      </dsp:nvSpPr>
      <dsp:spPr>
        <a:xfrm>
          <a:off x="5648960" y="521106"/>
          <a:ext cx="2476500" cy="3142167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struct2cell</a:t>
          </a:r>
        </a:p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Struct2table</a:t>
          </a:r>
        </a:p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Struct2dataset</a:t>
          </a:r>
          <a:endParaRPr lang="en-US" sz="1800" kern="1200" dirty="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Struct2geotable</a:t>
          </a:r>
        </a:p>
      </dsp:txBody>
      <dsp:txXfrm>
        <a:off x="5648960" y="521106"/>
        <a:ext cx="2476500" cy="31421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9D34C-F5DA-30A7-2CD6-05355833D6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68D1E8-CB4E-C291-3BE7-52425F6A8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87001-C572-103C-04BC-E199E1ECF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F43F7-07DB-47D9-843F-51E6E5833AB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3D2A0-6216-69C3-F7C8-4B4E9ED6A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ACE4C-22A0-8E60-E924-020DBE73E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09B2-3B1F-4677-A820-C950D0745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233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D27BC-12D0-4B63-7AA3-57BA7B9FB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8EC47-6BDF-479E-459D-2023EAF80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DC85B-4142-4B3A-1A59-F213E8F9D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F43F7-07DB-47D9-843F-51E6E5833AB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EC111-BD5D-6380-617B-7220C047B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2AE88-1E3E-DD73-33D6-335DB5CFE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09B2-3B1F-4677-A820-C950D0745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00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7F368-819E-A716-4C67-70F8FFB5C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F17DA-B208-F358-C880-023F7D60F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E082E-A7E4-AE46-91B5-68122D6B8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F43F7-07DB-47D9-843F-51E6E5833AB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3FC42-987B-1B31-5D0A-277A58F27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B7813-C9BB-5212-C0A5-3FDC7BEC1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09B2-3B1F-4677-A820-C950D0745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67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461D7-C142-FDA4-0115-BCF2239DA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BDE75-CF9F-E81E-7346-FC91A6FE2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BDD04D-C669-0810-F6A6-E314FEB32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48B8A-9CFC-87DB-C31E-F31178EDF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F43F7-07DB-47D9-843F-51E6E5833AB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53DAF-D2E1-D21B-6697-98E9C55C5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4B90F1-B949-C14C-350B-B0D5F9D5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09B2-3B1F-4677-A820-C950D0745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302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A9A1E-1861-3BD5-6A09-CB0684937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AC6D9-68BF-0EAB-784D-1B893D926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476B6-3421-8BA3-3450-09461B661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349D1D-EDFC-229E-05C0-5936D80BB6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BF8362-0A59-75AC-4A20-25684B577C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25BD7E-70A4-5A45-9A80-0DAD68C50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F43F7-07DB-47D9-843F-51E6E5833AB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1C413F-877F-4D6E-AE52-9EDCBF2FE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53016F-9AA2-410B-F985-F85753E9C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09B2-3B1F-4677-A820-C950D0745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37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FF6E4-0E6A-2A1E-8F4F-BAF0639DD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50B0F2-56FB-064C-BB21-6E2E03877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F43F7-07DB-47D9-843F-51E6E5833AB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61469-7998-C576-0A18-8D855175A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484C2B-8713-3545-BB63-1EFB3F70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09B2-3B1F-4677-A820-C950D0745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463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7D1EF5-0C39-A9F6-B4EE-B1F4CCFC9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F43F7-07DB-47D9-843F-51E6E5833AB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A992F9-15F6-642A-01D8-3C766D0A1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DC1BA-AE59-5185-AB13-1A6B744B5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09B2-3B1F-4677-A820-C950D0745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459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EA449-170D-0302-BE87-BC1A8F0A3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FFC27-79C3-ABBB-9847-F1D8D87CD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EE1D7C-96B3-E87B-955D-11EEF2261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AC84EF-7EC9-CE33-B5A2-1A7A7DA05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F43F7-07DB-47D9-843F-51E6E5833AB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0A746A-21B6-7427-19E7-8FC1A60A7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7949CE-301B-A94B-3342-687E5D43E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09B2-3B1F-4677-A820-C950D0745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201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1FC45-44CF-4B8B-57CF-0196EFF05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EAAC0A-9D1C-CB8F-9306-B796DEE605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9422F-A3CD-D207-4735-73F405FA6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5CBED-F44A-CA22-5EAA-DC95D481D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F43F7-07DB-47D9-843F-51E6E5833AB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C6E46-ACA5-698B-DE5B-B4CEAF1D5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1A9D2-7CF9-33DC-7832-6BBF2E1BD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09B2-3B1F-4677-A820-C950D0745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57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055E9-1F0D-C424-48A5-63E2715C6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19D744-71C4-2D7A-48D9-1B7E6A04C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B2E58-01B8-AB78-0A12-854E273A4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F43F7-07DB-47D9-843F-51E6E5833AB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66A9C-EDEA-B62D-504F-33D029609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F2F56-5B39-F32D-F255-907EA5CDF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09B2-3B1F-4677-A820-C950D0745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93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9A5ECC-44F9-AFAC-DA53-1B3E3FB70D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875898-F554-04AD-091B-C069BDCA8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DBDB4-E877-30BE-5653-FAA47ABE5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F43F7-07DB-47D9-843F-51E6E5833AB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FFDFF-A839-85E4-4FD1-CAFEEC095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3B72-BE36-FF91-6DBA-7C1A4BC5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09B2-3B1F-4677-A820-C950D0745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570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3438C-8B49-D8A5-994C-FBD73405C2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80F479-EC1D-D796-CDA7-C681C7374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B1CDF-40A4-E48C-6671-8C935D58D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1A27C-4551-4478-9B75-254A3A54CD18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29515-B0CB-CEFA-2CE0-B29B8089E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7C336-A8F4-33AB-9754-78685F281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831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EF6F6-2405-E2E0-8AA8-E5D075C6E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46CFF-4267-FDD1-1FCC-FB14F4B47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EEBC3-E222-8D42-6275-A3C862D5F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BD44-8273-4EEB-9B8C-1475E996FC43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47962-01DD-5635-4781-D2705A2AE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4D4FF-8514-42E2-C489-8A48A848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301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9E4CF-2C81-37F5-C521-1A7C42C81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25691-C1A7-B81B-5D2F-AAF745DB7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52D73-BAFD-2C7E-43A7-48F0EC677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27B8-4A44-4604-8C88-654A7DC17CBA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EBDD6-65E2-981C-B052-0AC26962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8C0D6-029A-041D-4079-517F668F6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769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9F95-6A91-AECD-39C9-5BD50231F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FB418-B63E-11DA-B276-602FF7ABF4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3650E-490B-D309-8278-EB070E44B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2CA63-CAF7-2124-8EC3-C4E1DE2CB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FB3D-E08B-4B21-80AC-86FEAFB3CB0F}" type="datetime1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93A42-C4A4-876E-BE07-54A7742D8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ADFE5-4FF2-A1F4-2763-C4D434C5F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189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6CD67-222D-0A04-4872-689352163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E9DC3-1456-355C-0DFC-2ADC7433F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752C2-F278-2A31-33A0-8CBB11A7F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2A61C6-62D0-CD83-456A-C6FE5E7E43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837A6B-7D7A-80C0-D14E-8ACA7B6641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C1AAD3-2AC5-6E22-2FE4-93C651F2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164D-0B9B-4233-94B1-5A3E9B4D1A58}" type="datetime1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F0D950-B0E8-27CC-09AA-5C5157ABD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EE3E06-3B03-0D48-3140-BFC082EE2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2694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1EBF9-2261-E143-B067-DAEA5E879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0035D1-D678-499F-AFD9-5A4AE5BC8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4C29-C199-4058-A1C7-1A50598B9745}" type="datetime1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FA0F7-853A-9563-2453-3FE41518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40327B-2810-878E-C11E-5D00E196B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8785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F95C38-B0AE-27FC-F85F-80AFCCA88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E796-9F91-441F-A890-72901E593859}" type="datetime1">
              <a:rPr lang="en-US" smtClean="0"/>
              <a:t>12/10/2024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AFCA33-D4C0-B036-E779-6483978F3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8CD05-7500-CE5F-B1AA-A1C4EB14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1231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07038-53B9-0DFB-2A5F-7ECC51456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A90B0-701B-2D6C-DF21-9E0A4FB2F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8CCF6-BCCF-5089-1B78-B2BAD10CA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746AC-5BF7-DE4C-8349-E50265D18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E64F6-D438-4111-AC5D-DFB3501E8412}" type="datetime1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E14B7-FDAB-4461-3F67-FCDF57EB2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7E26A-C43B-E9EB-6DB9-170971FAC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56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A58D8-4758-2BBC-E234-27BF668D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81E194-39C7-398C-68DA-624EF33EA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55A0A4-1FEF-FEB0-D9B9-B4D741D45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EDD03-E915-5785-3139-010A0E195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88235-0F63-4F83-A204-5548E0915A10}" type="datetime1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001EE-7F59-B314-6F9F-0E8A4BB6A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34E2F-7BCD-E7AA-2A50-1702D146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2208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02673-5EE8-96C0-CF30-D65404AE8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D1EB85-C801-7368-7168-D5EA9C2D7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89008-AC93-CF71-0AD1-514AF60C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CC5B-5232-430F-A007-3D84F6C0A6F6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F22D1-C0BA-10E3-FAFF-3D80C047B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50178-1561-5A17-6275-8610518E6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453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90F3CE-ECAF-B724-AD26-D3C37CB70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6779CF-24C5-5DB6-4A6C-F851202DA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7111A-E8A1-29E6-BCC6-F3EF9B138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4AF3F-E9D3-4E71-B9D3-E66E9B77231F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87A6-F95D-A30E-FC2E-A254D9F56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AC3BF-5162-870A-5647-C14078EB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459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9DDAA9-8265-7DCC-0F62-3237F6813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1B123-B13C-A5F7-5E29-50D23E343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5F9C6-7CBF-19B0-33C4-98C2F11504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F43F7-07DB-47D9-843F-51E6E5833AB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88E58-D379-495D-04C5-08879D3917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7A1F7-EAB4-3C50-D56C-B755020A4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C09B2-3B1F-4677-A820-C950D0745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664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06FB87-9950-668E-8CC1-1AEEABAC0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56397-299B-0543-3800-78AE8F114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FF07E-034C-71E4-3BBC-3D8C9D15B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062CB-8878-49CA-B06F-1320EEC26B50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72CF9-57E2-7631-16A4-B5F36178E8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05156-E96B-CB50-6816-E4D5AFDA0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452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0.xml"/><Relationship Id="rId13" Type="http://schemas.openxmlformats.org/officeDocument/2006/relationships/diagramQuickStyle" Target="../diagrams/quickStyle4.xml"/><Relationship Id="rId18" Type="http://schemas.openxmlformats.org/officeDocument/2006/relationships/diagramQuickStyle" Target="../diagrams/quickStyle90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9.xml"/><Relationship Id="rId12" Type="http://schemas.openxmlformats.org/officeDocument/2006/relationships/diagramLayout" Target="../diagrams/layout4.xml"/><Relationship Id="rId17" Type="http://schemas.openxmlformats.org/officeDocument/2006/relationships/diagramLayout" Target="../diagrams/layout90.xml"/><Relationship Id="rId2" Type="http://schemas.openxmlformats.org/officeDocument/2006/relationships/diagramData" Target="../diagrams/data3.xml"/><Relationship Id="rId16" Type="http://schemas.openxmlformats.org/officeDocument/2006/relationships/diagramData" Target="../diagrams/data100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11" Type="http://schemas.openxmlformats.org/officeDocument/2006/relationships/diagramData" Target="../diagrams/data4.xml"/><Relationship Id="rId5" Type="http://schemas.openxmlformats.org/officeDocument/2006/relationships/diagramColors" Target="../diagrams/colors3.xml"/><Relationship Id="rId15" Type="http://schemas.microsoft.com/office/2007/relationships/diagramDrawing" Target="../diagrams/drawing4.xml"/><Relationship Id="rId10" Type="http://schemas.openxmlformats.org/officeDocument/2006/relationships/diagramColors" Target="../diagrams/colors80.xml"/><Relationship Id="rId19" Type="http://schemas.openxmlformats.org/officeDocument/2006/relationships/diagramColors" Target="../diagrams/colors90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80.xml"/><Relationship Id="rId14" Type="http://schemas.openxmlformats.org/officeDocument/2006/relationships/diagramColors" Target="../diagrams/colors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jpeg"/><Relationship Id="rId2" Type="http://schemas.openxmlformats.org/officeDocument/2006/relationships/hyperlink" Target="http://jensenlab.net/teaching/#bioe210" TargetMode="Externa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B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4F999A-109C-50F6-C7CF-52B224F922E0}"/>
              </a:ext>
            </a:extLst>
          </p:cNvPr>
          <p:cNvSpPr txBox="1"/>
          <p:nvPr/>
        </p:nvSpPr>
        <p:spPr>
          <a:xfrm>
            <a:off x="539085" y="2442950"/>
            <a:ext cx="11113830" cy="1200329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3</a:t>
            </a: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Arrays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E7F2DA-115C-DB54-F7D7-A514B650B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8310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CC7602-257B-4CF9-33DA-3C60074D8247}"/>
              </a:ext>
            </a:extLst>
          </p:cNvPr>
          <p:cNvSpPr txBox="1"/>
          <p:nvPr/>
        </p:nvSpPr>
        <p:spPr>
          <a:xfrm>
            <a:off x="1309627" y="1302984"/>
            <a:ext cx="8979620" cy="4811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Vectors and Matrices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Creating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Addressing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Functions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Linear Algebra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Operators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Functions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Other Types of Arrays</a:t>
            </a: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Converting Between Array Types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4F999A-109C-50F6-C7CF-52B224F922E0}"/>
              </a:ext>
            </a:extLst>
          </p:cNvPr>
          <p:cNvSpPr txBox="1"/>
          <p:nvPr/>
        </p:nvSpPr>
        <p:spPr>
          <a:xfrm>
            <a:off x="652745" y="630626"/>
            <a:ext cx="11113830" cy="58477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3. Arrays and Linear Algebra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E7F2DA-115C-DB54-F7D7-A514B650B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694692-08E5-2C4E-C1A3-8C584D644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Arrays and Linear Algebra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666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D0D-E2E3-9719-2CF3-1042F7963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52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Vectors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63C97A-5535-6025-CEE2-187E80035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1CD9BF-CA46-1199-033D-90EAB531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Arrays and Linear Algebra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8E5504F-05D2-AD49-91ED-B75208CD567F}"/>
              </a:ext>
            </a:extLst>
          </p:cNvPr>
          <p:cNvGraphicFramePr/>
          <p:nvPr/>
        </p:nvGraphicFramePr>
        <p:xfrm>
          <a:off x="5796793" y="1262348"/>
          <a:ext cx="6086678" cy="48402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7A13E872-FC4B-DE81-381A-A077B3D67E52}"/>
              </a:ext>
            </a:extLst>
          </p:cNvPr>
          <p:cNvGrpSpPr/>
          <p:nvPr/>
        </p:nvGrpSpPr>
        <p:grpSpPr>
          <a:xfrm>
            <a:off x="716372" y="1152319"/>
            <a:ext cx="4858113" cy="5014113"/>
            <a:chOff x="833818" y="1239241"/>
            <a:chExt cx="4858113" cy="5014113"/>
          </a:xfrm>
        </p:grpSpPr>
        <p:graphicFrame>
          <p:nvGraphicFramePr>
            <p:cNvPr id="10" name="Diagram 9">
              <a:extLst>
                <a:ext uri="{FF2B5EF4-FFF2-40B4-BE49-F238E27FC236}">
                  <a16:creationId xmlns:a16="http://schemas.microsoft.com/office/drawing/2014/main" id="{6EB85723-F32A-3AAB-5180-77A22AF99580}"/>
                </a:ext>
              </a:extLst>
            </p:cNvPr>
            <p:cNvGraphicFramePr/>
            <p:nvPr/>
          </p:nvGraphicFramePr>
          <p:xfrm>
            <a:off x="1177954" y="1239241"/>
            <a:ext cx="4513977" cy="501411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FDD41C8-A633-CFD4-A949-0CEF01C6D91C}"/>
                </a:ext>
              </a:extLst>
            </p:cNvPr>
            <p:cNvSpPr/>
            <p:nvPr/>
          </p:nvSpPr>
          <p:spPr>
            <a:xfrm rot="16200000">
              <a:off x="-1373915" y="3489891"/>
              <a:ext cx="4927193" cy="511727"/>
            </a:xfrm>
            <a:prstGeom prst="roundRect">
              <a:avLst/>
            </a:prstGeom>
            <a:solidFill>
              <a:srgbClr val="74B44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Creating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8655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817F8-21C4-838B-B53F-14C6FC567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CB324-5FB8-3C41-94A7-E5E013D80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52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Matrices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E750149-8F93-3446-54F6-2E407D058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572676-026A-0E8F-1DCB-EF855790A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Arrays and Linear Algebra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Diagram 9">
                <a:extLst>
                  <a:ext uri="{FF2B5EF4-FFF2-40B4-BE49-F238E27FC236}">
                    <a16:creationId xmlns:a16="http://schemas.microsoft.com/office/drawing/2014/main" id="{D583F1E8-27C6-B88B-BD40-99CB88EA17C8}"/>
                  </a:ext>
                </a:extLst>
              </p:cNvPr>
              <p:cNvGraphicFramePr/>
              <p:nvPr/>
            </p:nvGraphicFramePr>
            <p:xfrm>
              <a:off x="477473" y="1146962"/>
              <a:ext cx="6904839" cy="501411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10" name="Diagram 9">
                <a:extLst>
                  <a:ext uri="{FF2B5EF4-FFF2-40B4-BE49-F238E27FC236}">
                    <a16:creationId xmlns:a16="http://schemas.microsoft.com/office/drawing/2014/main" id="{D583F1E8-27C6-B88B-BD40-99CB88EA17C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575926522"/>
                  </p:ext>
                </p:extLst>
              </p:nvPr>
            </p:nvGraphicFramePr>
            <p:xfrm>
              <a:off x="477473" y="1146962"/>
              <a:ext cx="6904839" cy="501411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Diagram 12">
                <a:extLst>
                  <a:ext uri="{FF2B5EF4-FFF2-40B4-BE49-F238E27FC236}">
                    <a16:creationId xmlns:a16="http://schemas.microsoft.com/office/drawing/2014/main" id="{09227E48-CBD5-5F32-0267-4CBE72DF6232}"/>
                  </a:ext>
                </a:extLst>
              </p:cNvPr>
              <p:cNvGraphicFramePr/>
              <p:nvPr/>
            </p:nvGraphicFramePr>
            <p:xfrm>
              <a:off x="7743039" y="937683"/>
              <a:ext cx="3697681" cy="541866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1" r:lo="rId12" r:qs="rId13" r:cs="rId14"/>
              </a:graphicData>
            </a:graphic>
          </p:graphicFrame>
        </mc:Choice>
        <mc:Fallback xmlns="">
          <p:graphicFrame>
            <p:nvGraphicFramePr>
              <p:cNvPr id="13" name="Diagram 12">
                <a:extLst>
                  <a:ext uri="{FF2B5EF4-FFF2-40B4-BE49-F238E27FC236}">
                    <a16:creationId xmlns:a16="http://schemas.microsoft.com/office/drawing/2014/main" id="{09227E48-CBD5-5F32-0267-4CBE72DF623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96957946"/>
                  </p:ext>
                </p:extLst>
              </p:nvPr>
            </p:nvGraphicFramePr>
            <p:xfrm>
              <a:off x="7743039" y="937683"/>
              <a:ext cx="3697681" cy="541866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6" r:lo="rId17" r:qs="rId18" r:cs="rId19"/>
              </a:graphicData>
            </a:graphic>
          </p:graphicFrame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0600C0C2-886D-A538-686F-D5D00CE8BFF4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l="-1042" t="47535" r="60974" b="30038"/>
          <a:stretch/>
        </p:blipFill>
        <p:spPr>
          <a:xfrm>
            <a:off x="33374" y="904930"/>
            <a:ext cx="12125252" cy="525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122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  <p:bldGraphic spid="13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D0D-E2E3-9719-2CF3-1042F7963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Vectors and Matrices – </a:t>
            </a:r>
            <a:r>
              <a:rPr lang="en-US" sz="2800" i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Functions</a:t>
            </a:r>
            <a:endParaRPr lang="en-US" sz="3200" i="1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63C97A-5535-6025-CEE2-187E80035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1CD9BF-CA46-1199-033D-90EAB531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Arrays and Linear Algebra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475216-38BF-67DF-1A2E-717C46F3B990}"/>
              </a:ext>
            </a:extLst>
          </p:cNvPr>
          <p:cNvSpPr txBox="1"/>
          <p:nvPr/>
        </p:nvSpPr>
        <p:spPr>
          <a:xfrm>
            <a:off x="1701143" y="978634"/>
            <a:ext cx="6779548" cy="514230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cat, horzcat, vertcat</a:t>
            </a: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zeros, ones, eye</a:t>
            </a: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rng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perms,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randperm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repmat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reshape,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shiftdim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(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)permute, flip</a:t>
            </a: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sparse,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sprand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sprandsym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full,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diag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669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40D0F-C4BE-68AF-A788-A2981408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[Linear]+[Algebra]</a:t>
            </a:r>
            <a:endParaRPr lang="fa-IR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62118-3E26-6BAE-86E7-B514BD06A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0FC50C-8227-4990-1957-9D6753D79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Arrays and Linear Algebra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E56BF50-0D72-093E-30FC-5DC56BFF23BF}"/>
              </a:ext>
            </a:extLst>
          </p:cNvPr>
          <p:cNvCxnSpPr>
            <a:cxnSpLocks/>
          </p:cNvCxnSpPr>
          <p:nvPr/>
        </p:nvCxnSpPr>
        <p:spPr>
          <a:xfrm>
            <a:off x="2365696" y="2224427"/>
            <a:ext cx="296970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2E35C4D-08FD-435D-8100-376CFC0B82FD}"/>
              </a:ext>
            </a:extLst>
          </p:cNvPr>
          <p:cNvCxnSpPr>
            <a:cxnSpLocks/>
          </p:cNvCxnSpPr>
          <p:nvPr/>
        </p:nvCxnSpPr>
        <p:spPr>
          <a:xfrm>
            <a:off x="6216242" y="2224427"/>
            <a:ext cx="376595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531D15D-225B-FF53-4DC5-10EF20AD0A33}"/>
              </a:ext>
            </a:extLst>
          </p:cNvPr>
          <p:cNvSpPr txBox="1"/>
          <p:nvPr/>
        </p:nvSpPr>
        <p:spPr>
          <a:xfrm>
            <a:off x="2583677" y="3954117"/>
            <a:ext cx="726513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Source: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Linear Algebra: Foundations of Machine Learning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Paul A. Jensen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University of Illinois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http://jensenlab.net/teaching/#bioe210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E0B4BBD-AB05-EE85-59FB-D22CFD68E32D}"/>
              </a:ext>
            </a:extLst>
          </p:cNvPr>
          <p:cNvGrpSpPr/>
          <p:nvPr/>
        </p:nvGrpSpPr>
        <p:grpSpPr>
          <a:xfrm>
            <a:off x="945501" y="265207"/>
            <a:ext cx="10541482" cy="3272624"/>
            <a:chOff x="1412830" y="156376"/>
            <a:chExt cx="10541482" cy="3272624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9B5801E-DB43-7F83-9631-F88F67C50025}"/>
                </a:ext>
              </a:extLst>
            </p:cNvPr>
            <p:cNvGrpSpPr/>
            <p:nvPr/>
          </p:nvGrpSpPr>
          <p:grpSpPr>
            <a:xfrm>
              <a:off x="1412830" y="156376"/>
              <a:ext cx="10541482" cy="3272624"/>
              <a:chOff x="1342130" y="156970"/>
              <a:chExt cx="9904239" cy="2760985"/>
            </a:xfrm>
            <a:solidFill>
              <a:schemeClr val="bg1"/>
            </a:solidFill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AD749528-F46F-65B4-F837-BE82B5AA1538}"/>
                  </a:ext>
                </a:extLst>
              </p:cNvPr>
              <p:cNvGrpSpPr/>
              <p:nvPr/>
            </p:nvGrpSpPr>
            <p:grpSpPr>
              <a:xfrm>
                <a:off x="1342130" y="156970"/>
                <a:ext cx="7902538" cy="2760985"/>
                <a:chOff x="1342130" y="156970"/>
                <a:chExt cx="7902538" cy="2760985"/>
              </a:xfrm>
              <a:grpFill/>
            </p:grpSpPr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998BC6E7-92E8-EFAA-4BBE-FDF89191C85D}"/>
                    </a:ext>
                  </a:extLst>
                </p:cNvPr>
                <p:cNvGrpSpPr/>
                <p:nvPr/>
              </p:nvGrpSpPr>
              <p:grpSpPr>
                <a:xfrm>
                  <a:off x="1342130" y="156970"/>
                  <a:ext cx="5896180" cy="2760985"/>
                  <a:chOff x="1342130" y="156970"/>
                  <a:chExt cx="5896180" cy="2760985"/>
                </a:xfrm>
                <a:grpFill/>
              </p:grpSpPr>
              <p:pic>
                <p:nvPicPr>
                  <p:cNvPr id="37" name="Picture 36">
                    <a:extLst>
                      <a:ext uri="{FF2B5EF4-FFF2-40B4-BE49-F238E27FC236}">
                        <a16:creationId xmlns:a16="http://schemas.microsoft.com/office/drawing/2014/main" id="{6A93B30B-6EC5-6237-392E-69CD13DF77A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342130" y="156970"/>
                    <a:ext cx="1887523" cy="2747127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</p:pic>
              <p:pic>
                <p:nvPicPr>
                  <p:cNvPr id="36" name="Picture 35">
                    <a:extLst>
                      <a:ext uri="{FF2B5EF4-FFF2-40B4-BE49-F238E27FC236}">
                        <a16:creationId xmlns:a16="http://schemas.microsoft.com/office/drawing/2014/main" id="{17DE62BC-5D9B-3A02-6BA1-E74A2DC715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5350787" y="170827"/>
                    <a:ext cx="1887523" cy="2747128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</p:pic>
            </p:grpSp>
            <p:pic>
              <p:nvPicPr>
                <p:cNvPr id="34" name="Picture 33">
                  <a:extLst>
                    <a:ext uri="{FF2B5EF4-FFF2-40B4-BE49-F238E27FC236}">
                      <a16:creationId xmlns:a16="http://schemas.microsoft.com/office/drawing/2014/main" id="{22A87E8A-CB0C-DB35-7D27-1130DF5FD1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352489" y="170827"/>
                  <a:ext cx="1892179" cy="2747126"/>
                </a:xfrm>
                <a:prstGeom prst="rect">
                  <a:avLst/>
                </a:prstGeom>
                <a:grp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pic>
          </p:grp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FF8537BC-A85D-E888-66D1-9F011E019E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58847" y="160171"/>
                <a:ext cx="1887522" cy="2747128"/>
              </a:xfrm>
              <a:prstGeom prst="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</p:grpSp>
        <p:pic>
          <p:nvPicPr>
            <p:cNvPr id="1026" name="Picture 2" descr="Introduction to Algebra: Cameron, Peter J.: 9780198569138: Amazon.com: Books">
              <a:extLst>
                <a:ext uri="{FF2B5EF4-FFF2-40B4-BE49-F238E27FC236}">
                  <a16:creationId xmlns:a16="http://schemas.microsoft.com/office/drawing/2014/main" id="{536B867A-3776-6D9B-4201-BA8707E6F4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43322" y="172801"/>
              <a:ext cx="2014558" cy="3256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15002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D0D-E2E3-9719-2CF3-1042F7963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443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Linear Algebra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50D37-455D-CEFD-2226-5B99E69F1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924" y="1218158"/>
            <a:ext cx="7800572" cy="489748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200000"/>
              </a:lnSpc>
            </a:pPr>
            <a:r>
              <a:rPr lang="en-US" sz="3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Operators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>
              <a:lnSpc>
                <a:spcPct val="200000"/>
              </a:lnSpc>
            </a:pP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>
              <a:lnSpc>
                <a:spcPct val="270000"/>
              </a:lnSpc>
            </a:pPr>
            <a:r>
              <a:rPr lang="en-US" sz="3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Functions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lvl="1">
              <a:lnSpc>
                <a:spcPct val="200000"/>
              </a:lnSpc>
            </a:pPr>
            <a:r>
              <a:rPr lang="en-US" sz="29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min, max, sort, find</a:t>
            </a:r>
          </a:p>
          <a:p>
            <a:pPr lvl="1">
              <a:lnSpc>
                <a:spcPct val="200000"/>
              </a:lnSpc>
            </a:pPr>
            <a:r>
              <a:rPr lang="en-US" sz="29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sum, mean, prod, </a:t>
            </a:r>
            <a:r>
              <a:rPr lang="en-US" sz="29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cumprod</a:t>
            </a:r>
            <a:r>
              <a:rPr lang="en-US" sz="29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diff</a:t>
            </a:r>
          </a:p>
          <a:p>
            <a:pPr lvl="1">
              <a:lnSpc>
                <a:spcPct val="200000"/>
              </a:lnSpc>
            </a:pPr>
            <a:r>
              <a:rPr lang="en-US" sz="29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diag</a:t>
            </a:r>
            <a:r>
              <a:rPr lang="en-US" sz="29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trace, norm, </a:t>
            </a:r>
            <a:r>
              <a:rPr lang="en-US" sz="29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nnz</a:t>
            </a:r>
            <a:r>
              <a:rPr lang="en-US" sz="29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en-US" sz="29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nonzeros</a:t>
            </a:r>
            <a:r>
              <a:rPr lang="en-US" sz="29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all, any</a:t>
            </a:r>
          </a:p>
          <a:p>
            <a:pPr lvl="1">
              <a:lnSpc>
                <a:spcPct val="200000"/>
              </a:lnSpc>
            </a:pPr>
            <a:r>
              <a:rPr lang="en-US" sz="29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rank, det, inv, </a:t>
            </a:r>
            <a:r>
              <a:rPr lang="en-US" sz="29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pinv</a:t>
            </a:r>
            <a:endParaRPr lang="en-US" sz="29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63C97A-5535-6025-CEE2-187E80035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60F5F6-B922-DED8-813F-D0F28AC66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Arrays and Linear Algebra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8403F4B-9447-2D68-EB54-DA866BA9DEB3}"/>
              </a:ext>
            </a:extLst>
          </p:cNvPr>
          <p:cNvGraphicFramePr>
            <a:graphicFrameLocks noGrp="1"/>
          </p:cNvGraphicFramePr>
          <p:nvPr/>
        </p:nvGraphicFramePr>
        <p:xfrm>
          <a:off x="1961210" y="2094337"/>
          <a:ext cx="6660000" cy="5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0000">
                  <a:extLst>
                    <a:ext uri="{9D8B030D-6E8A-4147-A177-3AD203B41FA5}">
                      <a16:colId xmlns:a16="http://schemas.microsoft.com/office/drawing/2014/main" val="2746865073"/>
                    </a:ext>
                  </a:extLst>
                </a:gridCol>
                <a:gridCol w="740000">
                  <a:extLst>
                    <a:ext uri="{9D8B030D-6E8A-4147-A177-3AD203B41FA5}">
                      <a16:colId xmlns:a16="http://schemas.microsoft.com/office/drawing/2014/main" val="4236239226"/>
                    </a:ext>
                  </a:extLst>
                </a:gridCol>
                <a:gridCol w="740000">
                  <a:extLst>
                    <a:ext uri="{9D8B030D-6E8A-4147-A177-3AD203B41FA5}">
                      <a16:colId xmlns:a16="http://schemas.microsoft.com/office/drawing/2014/main" val="889206657"/>
                    </a:ext>
                  </a:extLst>
                </a:gridCol>
                <a:gridCol w="740000">
                  <a:extLst>
                    <a:ext uri="{9D8B030D-6E8A-4147-A177-3AD203B41FA5}">
                      <a16:colId xmlns:a16="http://schemas.microsoft.com/office/drawing/2014/main" val="3393361421"/>
                    </a:ext>
                  </a:extLst>
                </a:gridCol>
                <a:gridCol w="740000">
                  <a:extLst>
                    <a:ext uri="{9D8B030D-6E8A-4147-A177-3AD203B41FA5}">
                      <a16:colId xmlns:a16="http://schemas.microsoft.com/office/drawing/2014/main" val="3057618499"/>
                    </a:ext>
                  </a:extLst>
                </a:gridCol>
                <a:gridCol w="740000">
                  <a:extLst>
                    <a:ext uri="{9D8B030D-6E8A-4147-A177-3AD203B41FA5}">
                      <a16:colId xmlns:a16="http://schemas.microsoft.com/office/drawing/2014/main" val="2819457561"/>
                    </a:ext>
                  </a:extLst>
                </a:gridCol>
                <a:gridCol w="740000">
                  <a:extLst>
                    <a:ext uri="{9D8B030D-6E8A-4147-A177-3AD203B41FA5}">
                      <a16:colId xmlns:a16="http://schemas.microsoft.com/office/drawing/2014/main" val="3446818386"/>
                    </a:ext>
                  </a:extLst>
                </a:gridCol>
                <a:gridCol w="740000">
                  <a:extLst>
                    <a:ext uri="{9D8B030D-6E8A-4147-A177-3AD203B41FA5}">
                      <a16:colId xmlns:a16="http://schemas.microsoft.com/office/drawing/2014/main" val="54562104"/>
                    </a:ext>
                  </a:extLst>
                </a:gridCol>
                <a:gridCol w="740000">
                  <a:extLst>
                    <a:ext uri="{9D8B030D-6E8A-4147-A177-3AD203B41FA5}">
                      <a16:colId xmlns:a16="http://schemas.microsoft.com/office/drawing/2014/main" val="1271239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rtl="0"/>
                      <a:r>
                        <a:rPr lang="en-US" sz="2400" dirty="0"/>
                        <a:t>.*</a:t>
                      </a:r>
                      <a:endParaRPr lang="fa-IR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dirty="0"/>
                        <a:t>./</a:t>
                      </a:r>
                      <a:endParaRPr lang="fa-IR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dirty="0"/>
                        <a:t>.^</a:t>
                      </a:r>
                      <a:endParaRPr lang="fa-IR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dirty="0"/>
                        <a:t>*</a:t>
                      </a:r>
                      <a:endParaRPr lang="fa-IR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dirty="0"/>
                        <a:t>/</a:t>
                      </a:r>
                      <a:endParaRPr lang="fa-IR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dirty="0"/>
                        <a:t>\</a:t>
                      </a:r>
                      <a:endParaRPr lang="fa-IR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dirty="0"/>
                        <a:t>^</a:t>
                      </a:r>
                      <a:endParaRPr lang="fa-IR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dirty="0"/>
                        <a:t>+</a:t>
                      </a:r>
                      <a:endParaRPr lang="fa-IR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dirty="0"/>
                        <a:t>-</a:t>
                      </a:r>
                      <a:endParaRPr lang="fa-IR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321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381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D0D-E2E3-9719-2CF3-1042F7963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87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Other Types of Arrays - </a:t>
            </a:r>
            <a:r>
              <a:rPr lang="en-US" sz="2800" i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Cell</a:t>
            </a:r>
            <a:endParaRPr lang="en-US" sz="3200" i="1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50D37-455D-CEFD-2226-5B99E69F1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8031" y="1620227"/>
            <a:ext cx="7056549" cy="3617546"/>
          </a:xfrm>
        </p:spPr>
        <p:txBody>
          <a:bodyPr>
            <a:normAutofit fontScale="92500"/>
          </a:bodyPr>
          <a:lstStyle/>
          <a:p>
            <a:pPr>
              <a:lnSpc>
                <a:spcPct val="300000"/>
              </a:lnSpc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Cell</a:t>
            </a:r>
          </a:p>
          <a:p>
            <a:pPr lvl="1">
              <a:lnSpc>
                <a:spcPct val="200000"/>
              </a:lnSpc>
            </a:pP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 = cell(size);</a:t>
            </a:r>
          </a:p>
          <a:p>
            <a:pPr lvl="1">
              <a:lnSpc>
                <a:spcPct val="200000"/>
              </a:lnSpc>
            </a:pP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 = {a1, a2, a3, … ;a4 ,a5 ,a6, …};</a:t>
            </a:r>
          </a:p>
          <a:p>
            <a:pPr lvl="1">
              <a:lnSpc>
                <a:spcPct val="200000"/>
              </a:lnSpc>
            </a:pPr>
            <a:r>
              <a:rPr lang="en-US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amn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= A{</a:t>
            </a:r>
            <a:r>
              <a:rPr lang="en-US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row#m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en-US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column#n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};</a:t>
            </a:r>
          </a:p>
          <a:p>
            <a:pPr lvl="1">
              <a:lnSpc>
                <a:spcPct val="200000"/>
              </a:lnSpc>
            </a:pP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x = A{row, column}(row, column);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63C97A-5535-6025-CEE2-187E80035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1CD9BF-CA46-1199-033D-90EAB531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Arrays and Linear Algebra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6765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040C6-256B-BEDC-54C3-682A436BA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30B8C-99C6-CB57-E945-65130971F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87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Other Types of Arrays - </a:t>
            </a:r>
            <a:r>
              <a:rPr lang="en-US" sz="2800" i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Table</a:t>
            </a:r>
            <a:endParaRPr lang="en-US" sz="3200" i="1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81F98-4C0C-2E93-02CC-C4A248C3B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7088" y="1813174"/>
            <a:ext cx="7056549" cy="323165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300000"/>
              </a:lnSpc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Table</a:t>
            </a:r>
          </a:p>
          <a:p>
            <a:pPr lvl="1">
              <a:lnSpc>
                <a:spcPct val="300000"/>
              </a:lnSpc>
            </a:pP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 = table(Variables);</a:t>
            </a:r>
          </a:p>
          <a:p>
            <a:pPr lvl="1">
              <a:lnSpc>
                <a:spcPct val="300000"/>
              </a:lnSpc>
            </a:pP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 = table(‘Size’ , SZ , ‘</a:t>
            </a:r>
            <a:r>
              <a:rPr lang="en-US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VariableTypes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’ , </a:t>
            </a:r>
            <a:r>
              <a:rPr lang="en-US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VarTypes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);</a:t>
            </a:r>
          </a:p>
          <a:p>
            <a:pPr lvl="1">
              <a:lnSpc>
                <a:spcPct val="300000"/>
              </a:lnSpc>
            </a:pP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Var1 = T.var1;	Var1_n = T.var1(n)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11BF052-EF24-C927-2F38-651BA174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381B5B-F822-39A8-B61A-8745F621A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Arrays and Linear Algebra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171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19912-786D-C5C4-83F4-DA300258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C917C-4E64-8815-7B4D-751570955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87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Other Types of Arrays - </a:t>
            </a:r>
            <a:r>
              <a:rPr lang="en-US" sz="2800" i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Structure</a:t>
            </a:r>
            <a:endParaRPr lang="en-US" sz="3200" i="1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102FE-6408-B3BC-4EE7-2E629219F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3199" y="1188194"/>
            <a:ext cx="7056549" cy="4481612"/>
          </a:xfrm>
        </p:spPr>
        <p:txBody>
          <a:bodyPr>
            <a:normAutofit/>
          </a:bodyPr>
          <a:lstStyle/>
          <a:p>
            <a:pPr>
              <a:lnSpc>
                <a:spcPct val="300000"/>
              </a:lnSpc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Structure</a:t>
            </a:r>
          </a:p>
          <a:p>
            <a:pPr lvl="1">
              <a:lnSpc>
                <a:spcPct val="200000"/>
              </a:lnSpc>
            </a:pP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 = struct();</a:t>
            </a:r>
          </a:p>
          <a:p>
            <a:pPr lvl="1">
              <a:lnSpc>
                <a:spcPct val="200000"/>
              </a:lnSpc>
            </a:pP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 = struct(‘Name1’, Value1/Variable1, ‘Name 2’, … Value2/Variable2, …);</a:t>
            </a:r>
          </a:p>
          <a:p>
            <a:pPr lvl="1">
              <a:lnSpc>
                <a:spcPct val="200000"/>
              </a:lnSpc>
            </a:pP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A.a1 = x;  A.a2 = y;</a:t>
            </a:r>
          </a:p>
          <a:p>
            <a:pPr lvl="1">
              <a:lnSpc>
                <a:spcPct val="200000"/>
              </a:lnSpc>
            </a:pP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X = A.a1;	</a:t>
            </a:r>
            <a:r>
              <a:rPr lang="en-US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Xn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= A.a1(n)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E41E7C1-1A3E-788A-13AF-A69092FE9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27FD09-7412-3C2F-747B-96EFE5D7B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Arrays and Linear Algebra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5886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187AD-7932-7A51-59B3-BC70FFC42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389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Converting Between Array Types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6A9E667-8208-FB7A-C784-219CB91E0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DE710B-1786-8B2E-9DDD-BEB04F6FB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Arrays and Linear Algebra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39F47E2-96CF-7E8B-A9CE-140CAA3339B1}"/>
              </a:ext>
            </a:extLst>
          </p:cNvPr>
          <p:cNvGraphicFramePr/>
          <p:nvPr/>
        </p:nvGraphicFramePr>
        <p:xfrm>
          <a:off x="2032000" y="1905000"/>
          <a:ext cx="8128000" cy="36659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69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681</Words>
  <Application>Microsoft Office PowerPoint</Application>
  <PresentationFormat>Widescreen</PresentationFormat>
  <Paragraphs>142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Microsoft Sans Serif</vt:lpstr>
      <vt:lpstr>Times New Roman</vt:lpstr>
      <vt:lpstr>verdana</vt:lpstr>
      <vt:lpstr>Office Theme</vt:lpstr>
      <vt:lpstr>1_Office Theme</vt:lpstr>
      <vt:lpstr>PowerPoint Presentation</vt:lpstr>
      <vt:lpstr>PowerPoint Presentation</vt:lpstr>
      <vt:lpstr>Vectors</vt:lpstr>
      <vt:lpstr>Matrices</vt:lpstr>
      <vt:lpstr>Vectors and Matrices – Functions</vt:lpstr>
      <vt:lpstr>[Linear]+[Algebra]</vt:lpstr>
      <vt:lpstr>Linear Algebra</vt:lpstr>
      <vt:lpstr>Other Types of Arrays - Cell</vt:lpstr>
      <vt:lpstr>Other Types of Arrays - Table</vt:lpstr>
      <vt:lpstr>Other Types of Arrays - Structure</vt:lpstr>
      <vt:lpstr>Converting Between Array Types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Tamaas</dc:creator>
  <cp:lastModifiedBy>Tamas Publishing house</cp:lastModifiedBy>
  <cp:revision>5</cp:revision>
  <dcterms:created xsi:type="dcterms:W3CDTF">2024-03-14T08:03:49Z</dcterms:created>
  <dcterms:modified xsi:type="dcterms:W3CDTF">2024-12-10T08:45:44Z</dcterms:modified>
</cp:coreProperties>
</file>